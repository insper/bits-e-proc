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0" r:id="rId2"/>
  </p:sldMasterIdLst>
  <p:notesMasterIdLst>
    <p:notesMasterId r:id="rId25"/>
  </p:notesMasterIdLst>
  <p:handoutMasterIdLst>
    <p:handoutMasterId r:id="rId26"/>
  </p:handoutMasterIdLst>
  <p:sldIdLst>
    <p:sldId id="366" r:id="rId3"/>
    <p:sldId id="364" r:id="rId4"/>
    <p:sldId id="365" r:id="rId5"/>
    <p:sldId id="345" r:id="rId6"/>
    <p:sldId id="347" r:id="rId7"/>
    <p:sldId id="344" r:id="rId8"/>
    <p:sldId id="332" r:id="rId9"/>
    <p:sldId id="416" r:id="rId10"/>
    <p:sldId id="309" r:id="rId11"/>
    <p:sldId id="411" r:id="rId12"/>
    <p:sldId id="331" r:id="rId13"/>
    <p:sldId id="334" r:id="rId14"/>
    <p:sldId id="351" r:id="rId15"/>
    <p:sldId id="412" r:id="rId16"/>
    <p:sldId id="368" r:id="rId17"/>
    <p:sldId id="369" r:id="rId18"/>
    <p:sldId id="358" r:id="rId19"/>
    <p:sldId id="359" r:id="rId20"/>
    <p:sldId id="360" r:id="rId21"/>
    <p:sldId id="370" r:id="rId22"/>
    <p:sldId id="371" r:id="rId23"/>
    <p:sldId id="26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9B38C-0170-5F45-84E8-07394DCF9A70}" v="2" dt="2026-04-30T01:09:36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83288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2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F300F11A-5C3A-5E1F-B0B2-53FFA65E863E}"/>
    <pc:docChg chg="custSel addSld delSld modSld">
      <pc:chgData name="Luciano Pereira Soares" userId="16c53e34-c952-423e-8700-c0525d23304f" providerId="ADAL" clId="{F300F11A-5C3A-5E1F-B0B2-53FFA65E863E}" dt="2026-04-30T01:10:27.136" v="39"/>
      <pc:docMkLst>
        <pc:docMk/>
      </pc:docMkLst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0" sldId="262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4233098671" sldId="309"/>
        </pc:sldMkLst>
        <pc:picChg chg="del">
          <ac:chgData name="Luciano Pereira Soares" userId="16c53e34-c952-423e-8700-c0525d23304f" providerId="ADAL" clId="{F300F11A-5C3A-5E1F-B0B2-53FFA65E863E}" dt="2026-04-30T01:08:10.732" v="18" actId="478"/>
          <ac:picMkLst>
            <pc:docMk/>
            <pc:sldMk cId="4233098671" sldId="309"/>
            <ac:picMk id="6" creationId="{00000000-0000-0000-0000-000000000000}"/>
          </ac:picMkLst>
        </pc:picChg>
      </pc:sldChg>
      <pc:sldChg chg="delSp mod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996939047" sldId="331"/>
        </pc:sldMkLst>
        <pc:picChg chg="del mod">
          <ac:chgData name="Luciano Pereira Soares" userId="16c53e34-c952-423e-8700-c0525d23304f" providerId="ADAL" clId="{F300F11A-5C3A-5E1F-B0B2-53FFA65E863E}" dt="2026-04-30T01:08:04.997" v="16" actId="478"/>
          <ac:picMkLst>
            <pc:docMk/>
            <pc:sldMk cId="996939047" sldId="331"/>
            <ac:picMk id="10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686245078" sldId="332"/>
        </pc:sldMkLst>
        <pc:picChg chg="del">
          <ac:chgData name="Luciano Pereira Soares" userId="16c53e34-c952-423e-8700-c0525d23304f" providerId="ADAL" clId="{F300F11A-5C3A-5E1F-B0B2-53FFA65E863E}" dt="2026-04-30T01:07:30.208" v="11" actId="478"/>
          <ac:picMkLst>
            <pc:docMk/>
            <pc:sldMk cId="1686245078" sldId="332"/>
            <ac:picMk id="6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29.123" v="10" actId="478"/>
          <ac:inkMkLst>
            <pc:docMk/>
            <pc:sldMk cId="1686245078" sldId="332"/>
            <ac:inkMk id="7" creationId="{00000000-0000-0000-0000-000000000000}"/>
          </ac:inkMkLst>
        </pc:inkChg>
      </pc:sldChg>
      <pc:sldChg chg="add del">
        <pc:chgData name="Luciano Pereira Soares" userId="16c53e34-c952-423e-8700-c0525d23304f" providerId="ADAL" clId="{F300F11A-5C3A-5E1F-B0B2-53FFA65E863E}" dt="2026-04-30T01:07:23.883" v="9" actId="2696"/>
        <pc:sldMkLst>
          <pc:docMk/>
          <pc:sldMk cId="59052789" sldId="333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92872111" sldId="334"/>
        </pc:sldMkLst>
        <pc:picChg chg="del">
          <ac:chgData name="Luciano Pereira Soares" userId="16c53e34-c952-423e-8700-c0525d23304f" providerId="ADAL" clId="{F300F11A-5C3A-5E1F-B0B2-53FFA65E863E}" dt="2026-04-30T01:08:02.029" v="14" actId="478"/>
          <ac:picMkLst>
            <pc:docMk/>
            <pc:sldMk cId="392872111" sldId="334"/>
            <ac:picMk id="6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256431076" sldId="344"/>
        </pc:sldMkLst>
        <pc:picChg chg="del">
          <ac:chgData name="Luciano Pereira Soares" userId="16c53e34-c952-423e-8700-c0525d23304f" providerId="ADAL" clId="{F300F11A-5C3A-5E1F-B0B2-53FFA65E863E}" dt="2026-04-30T01:07:17.225" v="8" actId="478"/>
          <ac:picMkLst>
            <pc:docMk/>
            <pc:sldMk cId="256431076" sldId="344"/>
            <ac:picMk id="9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22071490" sldId="345"/>
        </pc:sldMkLst>
        <pc:picChg chg="del">
          <ac:chgData name="Luciano Pereira Soares" userId="16c53e34-c952-423e-8700-c0525d23304f" providerId="ADAL" clId="{F300F11A-5C3A-5E1F-B0B2-53FFA65E863E}" dt="2026-04-30T01:07:08.590" v="5" actId="478"/>
          <ac:picMkLst>
            <pc:docMk/>
            <pc:sldMk cId="122071490" sldId="345"/>
            <ac:picMk id="9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09.819" v="6" actId="478"/>
          <ac:inkMkLst>
            <pc:docMk/>
            <pc:sldMk cId="122071490" sldId="345"/>
            <ac:inkMk id="10" creationId="{00000000-0000-0000-0000-000000000000}"/>
          </ac:inkMkLst>
        </pc:ink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790529342" sldId="347"/>
        </pc:sldMkLst>
        <pc:picChg chg="del">
          <ac:chgData name="Luciano Pereira Soares" userId="16c53e34-c952-423e-8700-c0525d23304f" providerId="ADAL" clId="{F300F11A-5C3A-5E1F-B0B2-53FFA65E863E}" dt="2026-04-30T01:07:13.178" v="7" actId="478"/>
          <ac:picMkLst>
            <pc:docMk/>
            <pc:sldMk cId="3790529342" sldId="347"/>
            <ac:picMk id="9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501631907" sldId="351"/>
        </pc:sldMkLst>
        <pc:picChg chg="del">
          <ac:chgData name="Luciano Pereira Soares" userId="16c53e34-c952-423e-8700-c0525d23304f" providerId="ADAL" clId="{F300F11A-5C3A-5E1F-B0B2-53FFA65E863E}" dt="2026-04-30T01:07:56.151" v="12" actId="478"/>
          <ac:picMkLst>
            <pc:docMk/>
            <pc:sldMk cId="1501631907" sldId="351"/>
            <ac:picMk id="5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57.297" v="13" actId="478"/>
          <ac:inkMkLst>
            <pc:docMk/>
            <pc:sldMk cId="1501631907" sldId="351"/>
            <ac:inkMk id="6" creationId="{00000000-0000-0000-0000-000000000000}"/>
          </ac:inkMkLst>
        </pc:inkChg>
      </pc:sldChg>
      <pc:sldChg chg="del">
        <pc:chgData name="Luciano Pereira Soares" userId="16c53e34-c952-423e-8700-c0525d23304f" providerId="ADAL" clId="{F300F11A-5C3A-5E1F-B0B2-53FFA65E863E}" dt="2026-04-30T01:08:42.207" v="28" actId="2696"/>
        <pc:sldMkLst>
          <pc:docMk/>
          <pc:sldMk cId="1483660617" sldId="354"/>
        </pc:sldMkLst>
      </pc:sldChg>
      <pc:sldChg chg="del">
        <pc:chgData name="Luciano Pereira Soares" userId="16c53e34-c952-423e-8700-c0525d23304f" providerId="ADAL" clId="{F300F11A-5C3A-5E1F-B0B2-53FFA65E863E}" dt="2026-04-30T01:09:00.436" v="32" actId="2696"/>
        <pc:sldMkLst>
          <pc:docMk/>
          <pc:sldMk cId="1151838915" sldId="356"/>
        </pc:sldMkLst>
      </pc:sldChg>
      <pc:sldChg chg="del">
        <pc:chgData name="Luciano Pereira Soares" userId="16c53e34-c952-423e-8700-c0525d23304f" providerId="ADAL" clId="{F300F11A-5C3A-5E1F-B0B2-53FFA65E863E}" dt="2026-04-30T01:09:41.802" v="35" actId="2696"/>
        <pc:sldMkLst>
          <pc:docMk/>
          <pc:sldMk cId="284644526" sldId="357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1417429199" sldId="358"/>
        </pc:sldMkLst>
        <pc:picChg chg="del">
          <ac:chgData name="Luciano Pereira Soares" userId="16c53e34-c952-423e-8700-c0525d23304f" providerId="ADAL" clId="{F300F11A-5C3A-5E1F-B0B2-53FFA65E863E}" dt="2026-04-30T01:08:30.162" v="23" actId="478"/>
          <ac:picMkLst>
            <pc:docMk/>
            <pc:sldMk cId="1417429199" sldId="358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26.166" v="22" actId="478"/>
          <ac:inkMkLst>
            <pc:docMk/>
            <pc:sldMk cId="1417429199" sldId="358"/>
            <ac:inkMk id="3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3643650502" sldId="358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300531390" sldId="359"/>
        </pc:sldMkLst>
        <pc:picChg chg="del">
          <ac:chgData name="Luciano Pereira Soares" userId="16c53e34-c952-423e-8700-c0525d23304f" providerId="ADAL" clId="{F300F11A-5C3A-5E1F-B0B2-53FFA65E863E}" dt="2026-04-30T01:08:34.958" v="25" actId="478"/>
          <ac:picMkLst>
            <pc:docMk/>
            <pc:sldMk cId="300531390" sldId="359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33.919" v="24" actId="478"/>
          <ac:inkMkLst>
            <pc:docMk/>
            <pc:sldMk cId="300531390" sldId="359"/>
            <ac:inkMk id="4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2844683654" sldId="359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7523328" sldId="360"/>
        </pc:sldMkLst>
        <pc:picChg chg="del">
          <ac:chgData name="Luciano Pereira Soares" userId="16c53e34-c952-423e-8700-c0525d23304f" providerId="ADAL" clId="{F300F11A-5C3A-5E1F-B0B2-53FFA65E863E}" dt="2026-04-30T01:08:39.773" v="27" actId="478"/>
          <ac:picMkLst>
            <pc:docMk/>
            <pc:sldMk cId="7523328" sldId="360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37.991" v="26" actId="478"/>
          <ac:inkMkLst>
            <pc:docMk/>
            <pc:sldMk cId="7523328" sldId="360"/>
            <ac:inkMk id="4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3473540251" sldId="360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2013045767" sldId="364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328550484" sldId="365"/>
        </pc:sldMkLst>
      </pc:sldChg>
      <pc:sldChg chg="modSp mo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648921072" sldId="366"/>
        </pc:sldMkLst>
        <pc:spChg chg="mod">
          <ac:chgData name="Luciano Pereira Soares" userId="16c53e34-c952-423e-8700-c0525d23304f" providerId="ADAL" clId="{F300F11A-5C3A-5E1F-B0B2-53FFA65E863E}" dt="2026-04-30T01:10:03.865" v="36" actId="20577"/>
          <ac:spMkLst>
            <pc:docMk/>
            <pc:sldMk cId="1648921072" sldId="366"/>
            <ac:spMk id="3" creationId="{00000000-0000-0000-0000-000000000000}"/>
          </ac:spMkLst>
        </pc:spChg>
      </pc:sldChg>
      <pc:sldChg chg="del">
        <pc:chgData name="Luciano Pereira Soares" userId="16c53e34-c952-423e-8700-c0525d23304f" providerId="ADAL" clId="{F300F11A-5C3A-5E1F-B0B2-53FFA65E863E}" dt="2026-04-30T01:08:55.317" v="29" actId="2696"/>
        <pc:sldMkLst>
          <pc:docMk/>
          <pc:sldMk cId="484839033" sldId="367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504249154" sldId="368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945060216" sldId="369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019502674" sldId="370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597735304" sldId="371"/>
        </pc:sldMkLst>
      </pc:sldChg>
      <pc:sldChg chg="del">
        <pc:chgData name="Luciano Pereira Soares" userId="16c53e34-c952-423e-8700-c0525d23304f" providerId="ADAL" clId="{F300F11A-5C3A-5E1F-B0B2-53FFA65E863E}" dt="2026-04-30T01:08:58.132" v="30" actId="2696"/>
        <pc:sldMkLst>
          <pc:docMk/>
          <pc:sldMk cId="1001732240" sldId="372"/>
        </pc:sldMkLst>
      </pc:sldChg>
      <pc:sldChg chg="del">
        <pc:chgData name="Luciano Pereira Soares" userId="16c53e34-c952-423e-8700-c0525d23304f" providerId="ADAL" clId="{F300F11A-5C3A-5E1F-B0B2-53FFA65E863E}" dt="2026-04-30T01:08:59.284" v="31" actId="2696"/>
        <pc:sldMkLst>
          <pc:docMk/>
          <pc:sldMk cId="952490845" sldId="373"/>
        </pc:sldMkLst>
      </pc:sldChg>
      <pc:sldChg chg="add del">
        <pc:chgData name="Luciano Pereira Soares" userId="16c53e34-c952-423e-8700-c0525d23304f" providerId="ADAL" clId="{F300F11A-5C3A-5E1F-B0B2-53FFA65E863E}" dt="2026-04-30T01:07:04.019" v="4" actId="2696"/>
        <pc:sldMkLst>
          <pc:docMk/>
          <pc:sldMk cId="130678718" sldId="408"/>
        </pc:sldMkLst>
      </pc:sldChg>
      <pc:sldChg chg="add del">
        <pc:chgData name="Luciano Pereira Soares" userId="16c53e34-c952-423e-8700-c0525d23304f" providerId="ADAL" clId="{F300F11A-5C3A-5E1F-B0B2-53FFA65E863E}" dt="2026-04-30T01:06:40.028" v="2" actId="2696"/>
        <pc:sldMkLst>
          <pc:docMk/>
          <pc:sldMk cId="1757551916" sldId="410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40498476" sldId="411"/>
        </pc:sldMkLst>
        <pc:picChg chg="del">
          <ac:chgData name="Luciano Pereira Soares" userId="16c53e34-c952-423e-8700-c0525d23304f" providerId="ADAL" clId="{F300F11A-5C3A-5E1F-B0B2-53FFA65E863E}" dt="2026-04-30T01:08:07.266" v="17" actId="478"/>
          <ac:picMkLst>
            <pc:docMk/>
            <pc:sldMk cId="340498476" sldId="411"/>
            <ac:picMk id="3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673077769" sldId="412"/>
        </pc:sldMkLst>
        <pc:picChg chg="del">
          <ac:chgData name="Luciano Pereira Soares" userId="16c53e34-c952-423e-8700-c0525d23304f" providerId="ADAL" clId="{F300F11A-5C3A-5E1F-B0B2-53FFA65E863E}" dt="2026-04-30T01:08:21.358" v="21" actId="478"/>
          <ac:picMkLst>
            <pc:docMk/>
            <pc:sldMk cId="1673077769" sldId="412"/>
            <ac:picMk id="5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20.255" v="20" actId="478"/>
          <ac:inkMkLst>
            <pc:docMk/>
            <pc:sldMk cId="1673077769" sldId="412"/>
            <ac:inkMk id="6" creationId="{00000000-0000-0000-0000-000000000000}"/>
          </ac:inkMkLst>
        </pc:inkChg>
      </pc:sldChg>
      <pc:sldChg chg="add del">
        <pc:chgData name="Luciano Pereira Soares" userId="16c53e34-c952-423e-8700-c0525d23304f" providerId="ADAL" clId="{F300F11A-5C3A-5E1F-B0B2-53FFA65E863E}" dt="2026-04-30T01:06:39.242" v="1" actId="2696"/>
        <pc:sldMkLst>
          <pc:docMk/>
          <pc:sldMk cId="241139116" sldId="414"/>
        </pc:sldMkLst>
      </pc:sldChg>
      <pc:sldChg chg="add del">
        <pc:chgData name="Luciano Pereira Soares" userId="16c53e34-c952-423e-8700-c0525d23304f" providerId="ADAL" clId="{F300F11A-5C3A-5E1F-B0B2-53FFA65E863E}" dt="2026-04-30T01:06:46.044" v="3" actId="2696"/>
        <pc:sldMkLst>
          <pc:docMk/>
          <pc:sldMk cId="1078139797" sldId="415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292317191" sldId="416"/>
        </pc:sldMkLst>
        <pc:picChg chg="del">
          <ac:chgData name="Luciano Pereira Soares" userId="16c53e34-c952-423e-8700-c0525d23304f" providerId="ADAL" clId="{F300F11A-5C3A-5E1F-B0B2-53FFA65E863E}" dt="2026-04-30T01:08:13.795" v="19" actId="478"/>
          <ac:picMkLst>
            <pc:docMk/>
            <pc:sldMk cId="3292317191" sldId="416"/>
            <ac:picMk id="8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AD7F7-3B06-6D4B-9EF3-3486D20AFD75}" type="doc">
      <dgm:prSet loTypeId="urn:microsoft.com/office/officeart/2005/8/layout/hierarchy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F2DC098-D0DB-1F49-B8C2-E85A9998B08C}">
      <dgm:prSet phldrT="[Text]"/>
      <dgm:spPr/>
      <dgm:t>
        <a:bodyPr/>
        <a:lstStyle/>
        <a:p>
          <a:r>
            <a:rPr lang="pt-BR" b="0" dirty="0"/>
            <a:t>Aplicação</a:t>
          </a:r>
        </a:p>
      </dgm:t>
    </dgm:pt>
    <dgm:pt modelId="{0FE73CAC-3BF7-9946-9139-D0245E4F9359}" type="parTrans" cxnId="{A633B22F-C265-2E4B-8F1A-64EDF86028CA}">
      <dgm:prSet/>
      <dgm:spPr/>
      <dgm:t>
        <a:bodyPr/>
        <a:lstStyle/>
        <a:p>
          <a:endParaRPr lang="pt-BR" b="0"/>
        </a:p>
      </dgm:t>
    </dgm:pt>
    <dgm:pt modelId="{A806719E-5637-1B48-9CE6-F984B0FCC923}" type="sibTrans" cxnId="{A633B22F-C265-2E4B-8F1A-64EDF86028CA}">
      <dgm:prSet/>
      <dgm:spPr/>
      <dgm:t>
        <a:bodyPr/>
        <a:lstStyle/>
        <a:p>
          <a:endParaRPr lang="pt-BR" b="0"/>
        </a:p>
      </dgm:t>
    </dgm:pt>
    <dgm:pt modelId="{EEAB4C65-E5E3-D34D-85B8-09374266442D}">
      <dgm:prSet phldrT="[Text]"/>
      <dgm:spPr/>
      <dgm:t>
        <a:bodyPr/>
        <a:lstStyle/>
        <a:p>
          <a:r>
            <a:rPr lang="pt-BR" b="0" dirty="0"/>
            <a:t>Sistema Operacional</a:t>
          </a:r>
        </a:p>
      </dgm:t>
    </dgm:pt>
    <dgm:pt modelId="{356E5C07-CFC5-544C-BDE7-8EC61FE63942}" type="parTrans" cxnId="{6EDCE7A3-BEEB-E445-857A-7673709E4EE8}">
      <dgm:prSet/>
      <dgm:spPr/>
      <dgm:t>
        <a:bodyPr/>
        <a:lstStyle/>
        <a:p>
          <a:endParaRPr lang="pt-BR" b="0"/>
        </a:p>
      </dgm:t>
    </dgm:pt>
    <dgm:pt modelId="{38A6DF07-3B7F-4546-8290-63F77BD14243}" type="sibTrans" cxnId="{6EDCE7A3-BEEB-E445-857A-7673709E4EE8}">
      <dgm:prSet/>
      <dgm:spPr/>
      <dgm:t>
        <a:bodyPr/>
        <a:lstStyle/>
        <a:p>
          <a:endParaRPr lang="pt-BR" b="0"/>
        </a:p>
      </dgm:t>
    </dgm:pt>
    <dgm:pt modelId="{D4F0EAB3-D053-3447-8CEE-04E8BBAB5561}">
      <dgm:prSet phldrT="[Text]"/>
      <dgm:spPr/>
      <dgm:t>
        <a:bodyPr/>
        <a:lstStyle/>
        <a:p>
          <a:r>
            <a:rPr lang="pt-BR" b="0" dirty="0"/>
            <a:t>Linguagem de Alto Nível</a:t>
          </a:r>
        </a:p>
      </dgm:t>
    </dgm:pt>
    <dgm:pt modelId="{C230152A-6C16-4449-996C-7E44352249DE}" type="parTrans" cxnId="{EBACE114-688A-0A4A-9143-31B166CD2392}">
      <dgm:prSet/>
      <dgm:spPr/>
      <dgm:t>
        <a:bodyPr/>
        <a:lstStyle/>
        <a:p>
          <a:endParaRPr lang="pt-BR" b="0"/>
        </a:p>
      </dgm:t>
    </dgm:pt>
    <dgm:pt modelId="{E6C8BB27-FB8C-D542-ADC5-BE387AD39422}" type="sibTrans" cxnId="{EBACE114-688A-0A4A-9143-31B166CD2392}">
      <dgm:prSet/>
      <dgm:spPr/>
      <dgm:t>
        <a:bodyPr/>
        <a:lstStyle/>
        <a:p>
          <a:endParaRPr lang="pt-BR" b="0"/>
        </a:p>
      </dgm:t>
    </dgm:pt>
    <dgm:pt modelId="{86F312AB-3E4D-CD41-BE5F-23093BE06730}">
      <dgm:prSet phldrT="[Text]"/>
      <dgm:spPr/>
      <dgm:t>
        <a:bodyPr/>
        <a:lstStyle/>
        <a:p>
          <a:r>
            <a:rPr lang="pt-BR" b="0" dirty="0"/>
            <a:t>Transistores</a:t>
          </a:r>
        </a:p>
      </dgm:t>
    </dgm:pt>
    <dgm:pt modelId="{1104DEB3-9981-F743-BF26-2930FC8714FC}" type="parTrans" cxnId="{605FC4C8-C23F-B145-BB8F-6520B3B76B15}">
      <dgm:prSet/>
      <dgm:spPr/>
      <dgm:t>
        <a:bodyPr/>
        <a:lstStyle/>
        <a:p>
          <a:endParaRPr lang="pt-BR"/>
        </a:p>
      </dgm:t>
    </dgm:pt>
    <dgm:pt modelId="{3660F0A7-E4FC-D644-9DD5-7F85C145C74F}" type="sibTrans" cxnId="{605FC4C8-C23F-B145-BB8F-6520B3B76B15}">
      <dgm:prSet/>
      <dgm:spPr/>
      <dgm:t>
        <a:bodyPr/>
        <a:lstStyle/>
        <a:p>
          <a:endParaRPr lang="pt-BR"/>
        </a:p>
      </dgm:t>
    </dgm:pt>
    <dgm:pt modelId="{5A7F0626-6E0E-8645-A523-E60A10984C3A}">
      <dgm:prSet phldrT="[Text]"/>
      <dgm:spPr/>
      <dgm:t>
        <a:bodyPr/>
        <a:lstStyle/>
        <a:p>
          <a:r>
            <a:rPr lang="pt-BR" b="0" dirty="0"/>
            <a:t>Portas Lógicas</a:t>
          </a:r>
        </a:p>
      </dgm:t>
    </dgm:pt>
    <dgm:pt modelId="{AE85B0C1-EA7E-B74C-AFB4-4827A1450366}" type="parTrans" cxnId="{EA5845D4-E63C-1F43-AF69-130E31AA1A07}">
      <dgm:prSet/>
      <dgm:spPr/>
      <dgm:t>
        <a:bodyPr/>
        <a:lstStyle/>
        <a:p>
          <a:endParaRPr lang="pt-BR"/>
        </a:p>
      </dgm:t>
    </dgm:pt>
    <dgm:pt modelId="{055653EF-D457-B344-9FB1-51B72D2F306C}" type="sibTrans" cxnId="{EA5845D4-E63C-1F43-AF69-130E31AA1A07}">
      <dgm:prSet/>
      <dgm:spPr/>
      <dgm:t>
        <a:bodyPr/>
        <a:lstStyle/>
        <a:p>
          <a:endParaRPr lang="pt-BR"/>
        </a:p>
      </dgm:t>
    </dgm:pt>
    <dgm:pt modelId="{D1E3B563-0501-7F47-B9F4-F109C62955B1}">
      <dgm:prSet phldrT="[Text]"/>
      <dgm:spPr/>
      <dgm:t>
        <a:bodyPr/>
        <a:lstStyle/>
        <a:p>
          <a:r>
            <a:rPr lang="pt-BR" b="0" dirty="0"/>
            <a:t>Lógica Combinacional</a:t>
          </a:r>
        </a:p>
      </dgm:t>
    </dgm:pt>
    <dgm:pt modelId="{C5CD715E-119A-EA4D-9726-687C893143A6}" type="parTrans" cxnId="{D905CDF2-C7FA-4C48-B787-6E3D012E3495}">
      <dgm:prSet/>
      <dgm:spPr/>
      <dgm:t>
        <a:bodyPr/>
        <a:lstStyle/>
        <a:p>
          <a:endParaRPr lang="pt-BR"/>
        </a:p>
      </dgm:t>
    </dgm:pt>
    <dgm:pt modelId="{C1979637-400D-B445-B706-15A1CC13D6D7}" type="sibTrans" cxnId="{D905CDF2-C7FA-4C48-B787-6E3D012E3495}">
      <dgm:prSet/>
      <dgm:spPr/>
      <dgm:t>
        <a:bodyPr/>
        <a:lstStyle/>
        <a:p>
          <a:endParaRPr lang="pt-BR"/>
        </a:p>
      </dgm:t>
    </dgm:pt>
    <dgm:pt modelId="{4546D831-BA62-5C4A-BCB2-1C31774BCD6A}">
      <dgm:prSet phldrT="[Text]"/>
      <dgm:spPr/>
      <dgm:t>
        <a:bodyPr/>
        <a:lstStyle/>
        <a:p>
          <a:r>
            <a:rPr lang="pt-BR" b="0" dirty="0"/>
            <a:t>Unidade Lógica Aritmética</a:t>
          </a:r>
        </a:p>
      </dgm:t>
    </dgm:pt>
    <dgm:pt modelId="{4F04BF0E-5103-F247-9142-D018403C4A51}" type="parTrans" cxnId="{A2730C91-7E00-A34D-A9D9-19CD97DCA453}">
      <dgm:prSet/>
      <dgm:spPr/>
      <dgm:t>
        <a:bodyPr/>
        <a:lstStyle/>
        <a:p>
          <a:endParaRPr lang="pt-BR"/>
        </a:p>
      </dgm:t>
    </dgm:pt>
    <dgm:pt modelId="{72D54908-3176-7541-823B-657A29E11A9B}" type="sibTrans" cxnId="{A2730C91-7E00-A34D-A9D9-19CD97DCA453}">
      <dgm:prSet/>
      <dgm:spPr/>
      <dgm:t>
        <a:bodyPr/>
        <a:lstStyle/>
        <a:p>
          <a:endParaRPr lang="pt-BR"/>
        </a:p>
      </dgm:t>
    </dgm:pt>
    <dgm:pt modelId="{7B809DC0-2BE3-D641-A135-9F51C43C4A05}">
      <dgm:prSet phldrT="[Text]"/>
      <dgm:spPr/>
      <dgm:t>
        <a:bodyPr/>
        <a:lstStyle/>
        <a:p>
          <a:r>
            <a:rPr lang="pt-BR" b="0" dirty="0"/>
            <a:t>Lógica Sequencial (Memória)</a:t>
          </a:r>
        </a:p>
      </dgm:t>
    </dgm:pt>
    <dgm:pt modelId="{8428148F-D871-C844-A9BE-DE70C9166F29}" type="parTrans" cxnId="{B9A166FE-7A11-E84F-9542-B4A9370CA41C}">
      <dgm:prSet/>
      <dgm:spPr/>
      <dgm:t>
        <a:bodyPr/>
        <a:lstStyle/>
        <a:p>
          <a:endParaRPr lang="pt-BR"/>
        </a:p>
      </dgm:t>
    </dgm:pt>
    <dgm:pt modelId="{3C29B5A2-38B3-2D42-93E2-682EAD871C3F}" type="sibTrans" cxnId="{B9A166FE-7A11-E84F-9542-B4A9370CA41C}">
      <dgm:prSet/>
      <dgm:spPr/>
      <dgm:t>
        <a:bodyPr/>
        <a:lstStyle/>
        <a:p>
          <a:endParaRPr lang="pt-BR"/>
        </a:p>
      </dgm:t>
    </dgm:pt>
    <dgm:pt modelId="{7657DD45-7975-6342-B4B0-721CA89F7007}">
      <dgm:prSet phldrT="[Text]"/>
      <dgm:spPr/>
      <dgm:t>
        <a:bodyPr/>
        <a:lstStyle/>
        <a:p>
          <a:r>
            <a:rPr lang="pt-BR" b="0" dirty="0"/>
            <a:t>Linguagem Assembly</a:t>
          </a:r>
        </a:p>
      </dgm:t>
    </dgm:pt>
    <dgm:pt modelId="{3CD8F09C-7491-DC45-8F8D-6EEAF9A76BDD}" type="sibTrans" cxnId="{91911031-97CB-0642-B48E-C0A218F77140}">
      <dgm:prSet/>
      <dgm:spPr/>
      <dgm:t>
        <a:bodyPr/>
        <a:lstStyle/>
        <a:p>
          <a:endParaRPr lang="pt-BR"/>
        </a:p>
      </dgm:t>
    </dgm:pt>
    <dgm:pt modelId="{427076DA-BC32-7E4A-B732-823F6EC2E7F2}" type="parTrans" cxnId="{91911031-97CB-0642-B48E-C0A218F77140}">
      <dgm:prSet/>
      <dgm:spPr/>
      <dgm:t>
        <a:bodyPr/>
        <a:lstStyle/>
        <a:p>
          <a:endParaRPr lang="pt-BR"/>
        </a:p>
      </dgm:t>
    </dgm:pt>
    <dgm:pt modelId="{E6FBD620-4B33-5A49-A2A0-0B91D8E171F3}">
      <dgm:prSet phldrT="[Text]"/>
      <dgm:spPr/>
      <dgm:t>
        <a:bodyPr/>
        <a:lstStyle/>
        <a:p>
          <a:r>
            <a:rPr lang="pt-BR" b="0" dirty="0"/>
            <a:t>Unidade Central de Processamento</a:t>
          </a:r>
        </a:p>
      </dgm:t>
    </dgm:pt>
    <dgm:pt modelId="{80509A86-086F-BE46-A77C-810F273F3896}" type="parTrans" cxnId="{96A225F3-C7FD-F04C-A7AC-CD3EC2ADEDDB}">
      <dgm:prSet/>
      <dgm:spPr/>
      <dgm:t>
        <a:bodyPr/>
        <a:lstStyle/>
        <a:p>
          <a:endParaRPr lang="pt-BR"/>
        </a:p>
      </dgm:t>
    </dgm:pt>
    <dgm:pt modelId="{4153DF75-9A58-C548-A139-1D2EF6A7C893}" type="sibTrans" cxnId="{96A225F3-C7FD-F04C-A7AC-CD3EC2ADEDDB}">
      <dgm:prSet/>
      <dgm:spPr/>
      <dgm:t>
        <a:bodyPr/>
        <a:lstStyle/>
        <a:p>
          <a:endParaRPr lang="pt-BR"/>
        </a:p>
      </dgm:t>
    </dgm:pt>
    <dgm:pt modelId="{2C7FEAC7-5B31-A94A-B85D-9A29845C79B7}">
      <dgm:prSet phldrT="[Text]"/>
      <dgm:spPr/>
      <dgm:t>
        <a:bodyPr/>
        <a:lstStyle/>
        <a:p>
          <a:r>
            <a:rPr lang="pt-BR" b="0" dirty="0"/>
            <a:t>Linguagem de Máquina</a:t>
          </a:r>
        </a:p>
      </dgm:t>
    </dgm:pt>
    <dgm:pt modelId="{622F441F-4F7B-6D41-9626-19794427E32B}" type="parTrans" cxnId="{70D774FA-588A-344E-8C97-530D0123289E}">
      <dgm:prSet/>
      <dgm:spPr/>
      <dgm:t>
        <a:bodyPr/>
        <a:lstStyle/>
        <a:p>
          <a:endParaRPr lang="pt-BR"/>
        </a:p>
      </dgm:t>
    </dgm:pt>
    <dgm:pt modelId="{4DD38AE5-8A94-2E4D-B733-A2F06FADFC23}" type="sibTrans" cxnId="{70D774FA-588A-344E-8C97-530D0123289E}">
      <dgm:prSet/>
      <dgm:spPr/>
      <dgm:t>
        <a:bodyPr/>
        <a:lstStyle/>
        <a:p>
          <a:endParaRPr lang="pt-BR"/>
        </a:p>
      </dgm:t>
    </dgm:pt>
    <dgm:pt modelId="{B9E3489D-3A53-1143-90E3-F7C063072E10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b="0" dirty="0"/>
            <a:t>Linguagem de Máquina Virtual</a:t>
          </a:r>
        </a:p>
      </dgm:t>
    </dgm:pt>
    <dgm:pt modelId="{234A9057-A201-F746-B503-DC7D35D9EAC9}" type="sibTrans" cxnId="{DFAD6881-5B63-BA46-A502-430CC1E9963B}">
      <dgm:prSet/>
      <dgm:spPr/>
      <dgm:t>
        <a:bodyPr/>
        <a:lstStyle/>
        <a:p>
          <a:endParaRPr lang="pt-BR" b="0"/>
        </a:p>
      </dgm:t>
    </dgm:pt>
    <dgm:pt modelId="{FBEDF3B0-4FB7-BD41-A1A8-ED6D930F7309}" type="parTrans" cxnId="{DFAD6881-5B63-BA46-A502-430CC1E9963B}">
      <dgm:prSet/>
      <dgm:spPr/>
      <dgm:t>
        <a:bodyPr/>
        <a:lstStyle/>
        <a:p>
          <a:endParaRPr lang="pt-BR" b="0"/>
        </a:p>
      </dgm:t>
    </dgm:pt>
    <dgm:pt modelId="{F54D2BBF-8E30-1D4D-99AC-E2507B611149}" type="pres">
      <dgm:prSet presAssocID="{A74AD7F7-3B06-6D4B-9EF3-3486D20AFD7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7244D7-AECA-D843-A686-371A68A3F441}" type="pres">
      <dgm:prSet presAssocID="{1F2DC098-D0DB-1F49-B8C2-E85A9998B08C}" presName="vertOne" presStyleCnt="0"/>
      <dgm:spPr/>
    </dgm:pt>
    <dgm:pt modelId="{B3D92098-3C72-4D45-A0DB-272B950DEC5C}" type="pres">
      <dgm:prSet presAssocID="{1F2DC098-D0DB-1F49-B8C2-E85A9998B08C}" presName="txOne" presStyleLbl="node0" presStyleIdx="0" presStyleCnt="1">
        <dgm:presLayoutVars>
          <dgm:chPref val="3"/>
        </dgm:presLayoutVars>
      </dgm:prSet>
      <dgm:spPr/>
    </dgm:pt>
    <dgm:pt modelId="{3D43CF38-750F-574A-9D2D-6F8D306EA2CB}" type="pres">
      <dgm:prSet presAssocID="{1F2DC098-D0DB-1F49-B8C2-E85A9998B08C}" presName="parTransOne" presStyleCnt="0"/>
      <dgm:spPr/>
    </dgm:pt>
    <dgm:pt modelId="{9358A43E-19CF-404F-8869-3FA6F5C68D47}" type="pres">
      <dgm:prSet presAssocID="{1F2DC098-D0DB-1F49-B8C2-E85A9998B08C}" presName="horzOne" presStyleCnt="0"/>
      <dgm:spPr/>
    </dgm:pt>
    <dgm:pt modelId="{BC52F9DB-0874-E24E-A25A-B35DAD248219}" type="pres">
      <dgm:prSet presAssocID="{EEAB4C65-E5E3-D34D-85B8-09374266442D}" presName="vertTwo" presStyleCnt="0"/>
      <dgm:spPr/>
    </dgm:pt>
    <dgm:pt modelId="{3361C7BF-5645-3043-BE46-005CBBDFB4E7}" type="pres">
      <dgm:prSet presAssocID="{EEAB4C65-E5E3-D34D-85B8-09374266442D}" presName="txTwo" presStyleLbl="node2" presStyleIdx="0" presStyleCnt="1">
        <dgm:presLayoutVars>
          <dgm:chPref val="3"/>
        </dgm:presLayoutVars>
      </dgm:prSet>
      <dgm:spPr/>
    </dgm:pt>
    <dgm:pt modelId="{617CA16C-631C-3F46-9F3A-8251BE52E664}" type="pres">
      <dgm:prSet presAssocID="{EEAB4C65-E5E3-D34D-85B8-09374266442D}" presName="parTransTwo" presStyleCnt="0"/>
      <dgm:spPr/>
    </dgm:pt>
    <dgm:pt modelId="{9D5802B0-C8B5-5D43-898B-316E3EC85892}" type="pres">
      <dgm:prSet presAssocID="{EEAB4C65-E5E3-D34D-85B8-09374266442D}" presName="horzTwo" presStyleCnt="0"/>
      <dgm:spPr/>
    </dgm:pt>
    <dgm:pt modelId="{A814AE30-DFCE-9546-81FF-E9E478FC87CA}" type="pres">
      <dgm:prSet presAssocID="{D4F0EAB3-D053-3447-8CEE-04E8BBAB5561}" presName="vertThree" presStyleCnt="0"/>
      <dgm:spPr/>
    </dgm:pt>
    <dgm:pt modelId="{1ADC52B6-B9E9-AF40-9484-6D6771815FF2}" type="pres">
      <dgm:prSet presAssocID="{D4F0EAB3-D053-3447-8CEE-04E8BBAB5561}" presName="txThree" presStyleLbl="node3" presStyleIdx="0" presStyleCnt="1">
        <dgm:presLayoutVars>
          <dgm:chPref val="3"/>
        </dgm:presLayoutVars>
      </dgm:prSet>
      <dgm:spPr/>
    </dgm:pt>
    <dgm:pt modelId="{F84B51BA-F3E2-1844-877F-8F2955559F99}" type="pres">
      <dgm:prSet presAssocID="{D4F0EAB3-D053-3447-8CEE-04E8BBAB5561}" presName="parTransThree" presStyleCnt="0"/>
      <dgm:spPr/>
    </dgm:pt>
    <dgm:pt modelId="{C8CA67B3-DC38-0D49-A1ED-6A8AE5B9C08B}" type="pres">
      <dgm:prSet presAssocID="{D4F0EAB3-D053-3447-8CEE-04E8BBAB5561}" presName="horzThree" presStyleCnt="0"/>
      <dgm:spPr/>
    </dgm:pt>
    <dgm:pt modelId="{4ACFCBC8-93B0-474E-9E87-92FA59F09A64}" type="pres">
      <dgm:prSet presAssocID="{B9E3489D-3A53-1143-90E3-F7C063072E10}" presName="vertFour" presStyleCnt="0">
        <dgm:presLayoutVars>
          <dgm:chPref val="3"/>
        </dgm:presLayoutVars>
      </dgm:prSet>
      <dgm:spPr/>
    </dgm:pt>
    <dgm:pt modelId="{BF010FC0-B10E-2045-AFDE-32C940DD20BB}" type="pres">
      <dgm:prSet presAssocID="{B9E3489D-3A53-1143-90E3-F7C063072E10}" presName="txFour" presStyleLbl="node4" presStyleIdx="0" presStyleCnt="9">
        <dgm:presLayoutVars>
          <dgm:chPref val="3"/>
        </dgm:presLayoutVars>
      </dgm:prSet>
      <dgm:spPr/>
    </dgm:pt>
    <dgm:pt modelId="{135ECEE3-C4D1-ED40-98E6-29BF5AFD2BE0}" type="pres">
      <dgm:prSet presAssocID="{B9E3489D-3A53-1143-90E3-F7C063072E10}" presName="parTransFour" presStyleCnt="0"/>
      <dgm:spPr/>
    </dgm:pt>
    <dgm:pt modelId="{40E60240-6CBA-F14F-9073-2A752ECDC590}" type="pres">
      <dgm:prSet presAssocID="{B9E3489D-3A53-1143-90E3-F7C063072E10}" presName="horzFour" presStyleCnt="0"/>
      <dgm:spPr/>
    </dgm:pt>
    <dgm:pt modelId="{5E4E3EC7-1872-F44B-A690-FCB64F0C3B1E}" type="pres">
      <dgm:prSet presAssocID="{7657DD45-7975-6342-B4B0-721CA89F7007}" presName="vertFour" presStyleCnt="0">
        <dgm:presLayoutVars>
          <dgm:chPref val="3"/>
        </dgm:presLayoutVars>
      </dgm:prSet>
      <dgm:spPr/>
    </dgm:pt>
    <dgm:pt modelId="{78A9A133-6814-C846-9F71-F72681C33257}" type="pres">
      <dgm:prSet presAssocID="{7657DD45-7975-6342-B4B0-721CA89F7007}" presName="txFour" presStyleLbl="node4" presStyleIdx="1" presStyleCnt="9">
        <dgm:presLayoutVars>
          <dgm:chPref val="3"/>
        </dgm:presLayoutVars>
      </dgm:prSet>
      <dgm:spPr/>
    </dgm:pt>
    <dgm:pt modelId="{3199CA2A-8ADC-A146-8A88-D27DC5F40090}" type="pres">
      <dgm:prSet presAssocID="{7657DD45-7975-6342-B4B0-721CA89F7007}" presName="parTransFour" presStyleCnt="0"/>
      <dgm:spPr/>
    </dgm:pt>
    <dgm:pt modelId="{59ED125E-BBD1-AA4D-8E8C-4A0F36ACED35}" type="pres">
      <dgm:prSet presAssocID="{7657DD45-7975-6342-B4B0-721CA89F7007}" presName="horzFour" presStyleCnt="0"/>
      <dgm:spPr/>
    </dgm:pt>
    <dgm:pt modelId="{5CB7ACC6-EF82-D745-8C38-538A8A282058}" type="pres">
      <dgm:prSet presAssocID="{2C7FEAC7-5B31-A94A-B85D-9A29845C79B7}" presName="vertFour" presStyleCnt="0">
        <dgm:presLayoutVars>
          <dgm:chPref val="3"/>
        </dgm:presLayoutVars>
      </dgm:prSet>
      <dgm:spPr/>
    </dgm:pt>
    <dgm:pt modelId="{7EE7FC36-0638-BC47-9854-2E3A944E9223}" type="pres">
      <dgm:prSet presAssocID="{2C7FEAC7-5B31-A94A-B85D-9A29845C79B7}" presName="txFour" presStyleLbl="node4" presStyleIdx="2" presStyleCnt="9">
        <dgm:presLayoutVars>
          <dgm:chPref val="3"/>
        </dgm:presLayoutVars>
      </dgm:prSet>
      <dgm:spPr/>
    </dgm:pt>
    <dgm:pt modelId="{5F5B8F9F-0369-7C4E-B361-30C26BA92F9C}" type="pres">
      <dgm:prSet presAssocID="{2C7FEAC7-5B31-A94A-B85D-9A29845C79B7}" presName="parTransFour" presStyleCnt="0"/>
      <dgm:spPr/>
    </dgm:pt>
    <dgm:pt modelId="{49D2E4D2-BD8C-8F45-841B-5D98FE5E343A}" type="pres">
      <dgm:prSet presAssocID="{2C7FEAC7-5B31-A94A-B85D-9A29845C79B7}" presName="horzFour" presStyleCnt="0"/>
      <dgm:spPr/>
    </dgm:pt>
    <dgm:pt modelId="{F6DC7E21-64CA-DD4E-A408-F3851C14EF90}" type="pres">
      <dgm:prSet presAssocID="{E6FBD620-4B33-5A49-A2A0-0B91D8E171F3}" presName="vertFour" presStyleCnt="0">
        <dgm:presLayoutVars>
          <dgm:chPref val="3"/>
        </dgm:presLayoutVars>
      </dgm:prSet>
      <dgm:spPr/>
    </dgm:pt>
    <dgm:pt modelId="{2835980D-04D8-4545-B7C4-405B086D0830}" type="pres">
      <dgm:prSet presAssocID="{E6FBD620-4B33-5A49-A2A0-0B91D8E171F3}" presName="txFour" presStyleLbl="node4" presStyleIdx="3" presStyleCnt="9">
        <dgm:presLayoutVars>
          <dgm:chPref val="3"/>
        </dgm:presLayoutVars>
      </dgm:prSet>
      <dgm:spPr/>
    </dgm:pt>
    <dgm:pt modelId="{904FE21C-857F-6743-AC81-D95D90586451}" type="pres">
      <dgm:prSet presAssocID="{E6FBD620-4B33-5A49-A2A0-0B91D8E171F3}" presName="parTransFour" presStyleCnt="0"/>
      <dgm:spPr/>
    </dgm:pt>
    <dgm:pt modelId="{4320A98B-E957-F549-A0DA-CB3889B8C258}" type="pres">
      <dgm:prSet presAssocID="{E6FBD620-4B33-5A49-A2A0-0B91D8E171F3}" presName="horzFour" presStyleCnt="0"/>
      <dgm:spPr/>
    </dgm:pt>
    <dgm:pt modelId="{E3091D53-8B1F-7D44-82A1-79E3321E2DE8}" type="pres">
      <dgm:prSet presAssocID="{7B809DC0-2BE3-D641-A135-9F51C43C4A05}" presName="vertFour" presStyleCnt="0">
        <dgm:presLayoutVars>
          <dgm:chPref val="3"/>
        </dgm:presLayoutVars>
      </dgm:prSet>
      <dgm:spPr/>
    </dgm:pt>
    <dgm:pt modelId="{F8AC5113-FA1A-0A49-9A8F-4CAAF42CF08A}" type="pres">
      <dgm:prSet presAssocID="{7B809DC0-2BE3-D641-A135-9F51C43C4A05}" presName="txFour" presStyleLbl="node4" presStyleIdx="4" presStyleCnt="9">
        <dgm:presLayoutVars>
          <dgm:chPref val="3"/>
        </dgm:presLayoutVars>
      </dgm:prSet>
      <dgm:spPr/>
    </dgm:pt>
    <dgm:pt modelId="{D3FF4FC5-9353-8946-BD22-0A0205249B43}" type="pres">
      <dgm:prSet presAssocID="{7B809DC0-2BE3-D641-A135-9F51C43C4A05}" presName="parTransFour" presStyleCnt="0"/>
      <dgm:spPr/>
    </dgm:pt>
    <dgm:pt modelId="{D2538A8F-E2D8-C34B-9124-3B693C11D089}" type="pres">
      <dgm:prSet presAssocID="{7B809DC0-2BE3-D641-A135-9F51C43C4A05}" presName="horzFour" presStyleCnt="0"/>
      <dgm:spPr/>
    </dgm:pt>
    <dgm:pt modelId="{F8D91BB0-7E69-DA43-B85A-0A0BAC42DEA8}" type="pres">
      <dgm:prSet presAssocID="{4546D831-BA62-5C4A-BCB2-1C31774BCD6A}" presName="vertFour" presStyleCnt="0">
        <dgm:presLayoutVars>
          <dgm:chPref val="3"/>
        </dgm:presLayoutVars>
      </dgm:prSet>
      <dgm:spPr/>
    </dgm:pt>
    <dgm:pt modelId="{1F4532E4-D897-F34F-9A2D-76F3E1B01660}" type="pres">
      <dgm:prSet presAssocID="{4546D831-BA62-5C4A-BCB2-1C31774BCD6A}" presName="txFour" presStyleLbl="node4" presStyleIdx="5" presStyleCnt="9">
        <dgm:presLayoutVars>
          <dgm:chPref val="3"/>
        </dgm:presLayoutVars>
      </dgm:prSet>
      <dgm:spPr/>
    </dgm:pt>
    <dgm:pt modelId="{C2A7B885-2ED9-6948-AED2-5DB97635B070}" type="pres">
      <dgm:prSet presAssocID="{4546D831-BA62-5C4A-BCB2-1C31774BCD6A}" presName="parTransFour" presStyleCnt="0"/>
      <dgm:spPr/>
    </dgm:pt>
    <dgm:pt modelId="{4D57BFFD-AE39-DD44-A2AF-9F017CDF2BCA}" type="pres">
      <dgm:prSet presAssocID="{4546D831-BA62-5C4A-BCB2-1C31774BCD6A}" presName="horzFour" presStyleCnt="0"/>
      <dgm:spPr/>
    </dgm:pt>
    <dgm:pt modelId="{002836C3-C44A-5F44-9821-676A07ECC3DB}" type="pres">
      <dgm:prSet presAssocID="{D1E3B563-0501-7F47-B9F4-F109C62955B1}" presName="vertFour" presStyleCnt="0">
        <dgm:presLayoutVars>
          <dgm:chPref val="3"/>
        </dgm:presLayoutVars>
      </dgm:prSet>
      <dgm:spPr/>
    </dgm:pt>
    <dgm:pt modelId="{F095B5F8-F7D2-3442-8725-E6F6E811C676}" type="pres">
      <dgm:prSet presAssocID="{D1E3B563-0501-7F47-B9F4-F109C62955B1}" presName="txFour" presStyleLbl="node4" presStyleIdx="6" presStyleCnt="9">
        <dgm:presLayoutVars>
          <dgm:chPref val="3"/>
        </dgm:presLayoutVars>
      </dgm:prSet>
      <dgm:spPr/>
    </dgm:pt>
    <dgm:pt modelId="{98AC81F9-7265-B148-B187-5C5DEEAAFCA9}" type="pres">
      <dgm:prSet presAssocID="{D1E3B563-0501-7F47-B9F4-F109C62955B1}" presName="parTransFour" presStyleCnt="0"/>
      <dgm:spPr/>
    </dgm:pt>
    <dgm:pt modelId="{6DE75D6A-295A-7641-85D7-60A24888D60E}" type="pres">
      <dgm:prSet presAssocID="{D1E3B563-0501-7F47-B9F4-F109C62955B1}" presName="horzFour" presStyleCnt="0"/>
      <dgm:spPr/>
    </dgm:pt>
    <dgm:pt modelId="{C94439A1-05B8-3F4A-99E8-E980050DFCE2}" type="pres">
      <dgm:prSet presAssocID="{5A7F0626-6E0E-8645-A523-E60A10984C3A}" presName="vertFour" presStyleCnt="0">
        <dgm:presLayoutVars>
          <dgm:chPref val="3"/>
        </dgm:presLayoutVars>
      </dgm:prSet>
      <dgm:spPr/>
    </dgm:pt>
    <dgm:pt modelId="{F2885F41-7D26-DF4D-97DD-24A07D87F073}" type="pres">
      <dgm:prSet presAssocID="{5A7F0626-6E0E-8645-A523-E60A10984C3A}" presName="txFour" presStyleLbl="node4" presStyleIdx="7" presStyleCnt="9">
        <dgm:presLayoutVars>
          <dgm:chPref val="3"/>
        </dgm:presLayoutVars>
      </dgm:prSet>
      <dgm:spPr/>
    </dgm:pt>
    <dgm:pt modelId="{2CF726DD-2B59-DB48-B5BA-F3808649A5F9}" type="pres">
      <dgm:prSet presAssocID="{5A7F0626-6E0E-8645-A523-E60A10984C3A}" presName="parTransFour" presStyleCnt="0"/>
      <dgm:spPr/>
    </dgm:pt>
    <dgm:pt modelId="{7F0B15CD-E62B-2146-B433-BB3D2925339F}" type="pres">
      <dgm:prSet presAssocID="{5A7F0626-6E0E-8645-A523-E60A10984C3A}" presName="horzFour" presStyleCnt="0"/>
      <dgm:spPr/>
    </dgm:pt>
    <dgm:pt modelId="{247BE962-C88F-384F-9CE2-AFB42626145C}" type="pres">
      <dgm:prSet presAssocID="{86F312AB-3E4D-CD41-BE5F-23093BE06730}" presName="vertFour" presStyleCnt="0">
        <dgm:presLayoutVars>
          <dgm:chPref val="3"/>
        </dgm:presLayoutVars>
      </dgm:prSet>
      <dgm:spPr/>
    </dgm:pt>
    <dgm:pt modelId="{D91C49EE-A040-574C-9079-E70598A45305}" type="pres">
      <dgm:prSet presAssocID="{86F312AB-3E4D-CD41-BE5F-23093BE06730}" presName="txFour" presStyleLbl="node4" presStyleIdx="8" presStyleCnt="9">
        <dgm:presLayoutVars>
          <dgm:chPref val="3"/>
        </dgm:presLayoutVars>
      </dgm:prSet>
      <dgm:spPr/>
    </dgm:pt>
    <dgm:pt modelId="{D9E63B89-D661-6341-8C88-4F29C84C7C12}" type="pres">
      <dgm:prSet presAssocID="{86F312AB-3E4D-CD41-BE5F-23093BE06730}" presName="horzFour" presStyleCnt="0"/>
      <dgm:spPr/>
    </dgm:pt>
  </dgm:ptLst>
  <dgm:cxnLst>
    <dgm:cxn modelId="{EBACE114-688A-0A4A-9143-31B166CD2392}" srcId="{EEAB4C65-E5E3-D34D-85B8-09374266442D}" destId="{D4F0EAB3-D053-3447-8CEE-04E8BBAB5561}" srcOrd="0" destOrd="0" parTransId="{C230152A-6C16-4449-996C-7E44352249DE}" sibTransId="{E6C8BB27-FB8C-D542-ADC5-BE387AD39422}"/>
    <dgm:cxn modelId="{A633B22F-C265-2E4B-8F1A-64EDF86028CA}" srcId="{A74AD7F7-3B06-6D4B-9EF3-3486D20AFD75}" destId="{1F2DC098-D0DB-1F49-B8C2-E85A9998B08C}" srcOrd="0" destOrd="0" parTransId="{0FE73CAC-3BF7-9946-9139-D0245E4F9359}" sibTransId="{A806719E-5637-1B48-9CE6-F984B0FCC923}"/>
    <dgm:cxn modelId="{91911031-97CB-0642-B48E-C0A218F77140}" srcId="{B9E3489D-3A53-1143-90E3-F7C063072E10}" destId="{7657DD45-7975-6342-B4B0-721CA89F7007}" srcOrd="0" destOrd="0" parTransId="{427076DA-BC32-7E4A-B732-823F6EC2E7F2}" sibTransId="{3CD8F09C-7491-DC45-8F8D-6EEAF9A76BDD}"/>
    <dgm:cxn modelId="{70ECB735-8FDA-C540-B5BA-E5FF5A0F8B0B}" type="presOf" srcId="{7657DD45-7975-6342-B4B0-721CA89F7007}" destId="{78A9A133-6814-C846-9F71-F72681C33257}" srcOrd="0" destOrd="0" presId="urn:microsoft.com/office/officeart/2005/8/layout/hierarchy4"/>
    <dgm:cxn modelId="{3646D237-72D2-D346-8319-ACB89BAE0F43}" type="presOf" srcId="{1F2DC098-D0DB-1F49-B8C2-E85A9998B08C}" destId="{B3D92098-3C72-4D45-A0DB-272B950DEC5C}" srcOrd="0" destOrd="0" presId="urn:microsoft.com/office/officeart/2005/8/layout/hierarchy4"/>
    <dgm:cxn modelId="{AEDED737-845B-5645-825A-C14A5D0081CB}" type="presOf" srcId="{E6FBD620-4B33-5A49-A2A0-0B91D8E171F3}" destId="{2835980D-04D8-4545-B7C4-405B086D0830}" srcOrd="0" destOrd="0" presId="urn:microsoft.com/office/officeart/2005/8/layout/hierarchy4"/>
    <dgm:cxn modelId="{3C186C38-2839-2C43-9597-A4F935F629C6}" type="presOf" srcId="{7B809DC0-2BE3-D641-A135-9F51C43C4A05}" destId="{F8AC5113-FA1A-0A49-9A8F-4CAAF42CF08A}" srcOrd="0" destOrd="0" presId="urn:microsoft.com/office/officeart/2005/8/layout/hierarchy4"/>
    <dgm:cxn modelId="{5CA7A241-C7EC-F94C-90C4-528C7DDC5762}" type="presOf" srcId="{86F312AB-3E4D-CD41-BE5F-23093BE06730}" destId="{D91C49EE-A040-574C-9079-E70598A45305}" srcOrd="0" destOrd="0" presId="urn:microsoft.com/office/officeart/2005/8/layout/hierarchy4"/>
    <dgm:cxn modelId="{2B050342-C101-D948-B86D-C9260184EADF}" type="presOf" srcId="{EEAB4C65-E5E3-D34D-85B8-09374266442D}" destId="{3361C7BF-5645-3043-BE46-005CBBDFB4E7}" srcOrd="0" destOrd="0" presId="urn:microsoft.com/office/officeart/2005/8/layout/hierarchy4"/>
    <dgm:cxn modelId="{7E3A0472-7DB4-2447-AB4A-199BFDDE03AB}" type="presOf" srcId="{5A7F0626-6E0E-8645-A523-E60A10984C3A}" destId="{F2885F41-7D26-DF4D-97DD-24A07D87F073}" srcOrd="0" destOrd="0" presId="urn:microsoft.com/office/officeart/2005/8/layout/hierarchy4"/>
    <dgm:cxn modelId="{DFAD6881-5B63-BA46-A502-430CC1E9963B}" srcId="{D4F0EAB3-D053-3447-8CEE-04E8BBAB5561}" destId="{B9E3489D-3A53-1143-90E3-F7C063072E10}" srcOrd="0" destOrd="0" parTransId="{FBEDF3B0-4FB7-BD41-A1A8-ED6D930F7309}" sibTransId="{234A9057-A201-F746-B503-DC7D35D9EAC9}"/>
    <dgm:cxn modelId="{A2730C91-7E00-A34D-A9D9-19CD97DCA453}" srcId="{7B809DC0-2BE3-D641-A135-9F51C43C4A05}" destId="{4546D831-BA62-5C4A-BCB2-1C31774BCD6A}" srcOrd="0" destOrd="0" parTransId="{4F04BF0E-5103-F247-9142-D018403C4A51}" sibTransId="{72D54908-3176-7541-823B-657A29E11A9B}"/>
    <dgm:cxn modelId="{6EDCE7A3-BEEB-E445-857A-7673709E4EE8}" srcId="{1F2DC098-D0DB-1F49-B8C2-E85A9998B08C}" destId="{EEAB4C65-E5E3-D34D-85B8-09374266442D}" srcOrd="0" destOrd="0" parTransId="{356E5C07-CFC5-544C-BDE7-8EC61FE63942}" sibTransId="{38A6DF07-3B7F-4546-8290-63F77BD14243}"/>
    <dgm:cxn modelId="{EC00A1BE-8784-8E42-A67B-BC13D3B467FE}" type="presOf" srcId="{B9E3489D-3A53-1143-90E3-F7C063072E10}" destId="{BF010FC0-B10E-2045-AFDE-32C940DD20BB}" srcOrd="0" destOrd="0" presId="urn:microsoft.com/office/officeart/2005/8/layout/hierarchy4"/>
    <dgm:cxn modelId="{605FC4C8-C23F-B145-BB8F-6520B3B76B15}" srcId="{5A7F0626-6E0E-8645-A523-E60A10984C3A}" destId="{86F312AB-3E4D-CD41-BE5F-23093BE06730}" srcOrd="0" destOrd="0" parTransId="{1104DEB3-9981-F743-BF26-2930FC8714FC}" sibTransId="{3660F0A7-E4FC-D644-9DD5-7F85C145C74F}"/>
    <dgm:cxn modelId="{F2DE26D4-8536-5944-BC8A-1F20E2B31F83}" type="presOf" srcId="{2C7FEAC7-5B31-A94A-B85D-9A29845C79B7}" destId="{7EE7FC36-0638-BC47-9854-2E3A944E9223}" srcOrd="0" destOrd="0" presId="urn:microsoft.com/office/officeart/2005/8/layout/hierarchy4"/>
    <dgm:cxn modelId="{EA5845D4-E63C-1F43-AF69-130E31AA1A07}" srcId="{D1E3B563-0501-7F47-B9F4-F109C62955B1}" destId="{5A7F0626-6E0E-8645-A523-E60A10984C3A}" srcOrd="0" destOrd="0" parTransId="{AE85B0C1-EA7E-B74C-AFB4-4827A1450366}" sibTransId="{055653EF-D457-B344-9FB1-51B72D2F306C}"/>
    <dgm:cxn modelId="{641EE1D5-9975-FF4C-BC3E-BB47A3335F2A}" type="presOf" srcId="{D1E3B563-0501-7F47-B9F4-F109C62955B1}" destId="{F095B5F8-F7D2-3442-8725-E6F6E811C676}" srcOrd="0" destOrd="0" presId="urn:microsoft.com/office/officeart/2005/8/layout/hierarchy4"/>
    <dgm:cxn modelId="{CCD919E5-04BE-014C-8C4F-4C730EE49BAC}" type="presOf" srcId="{4546D831-BA62-5C4A-BCB2-1C31774BCD6A}" destId="{1F4532E4-D897-F34F-9A2D-76F3E1B01660}" srcOrd="0" destOrd="0" presId="urn:microsoft.com/office/officeart/2005/8/layout/hierarchy4"/>
    <dgm:cxn modelId="{9EFC21EF-1113-9B44-ADDB-1293911A35D0}" type="presOf" srcId="{D4F0EAB3-D053-3447-8CEE-04E8BBAB5561}" destId="{1ADC52B6-B9E9-AF40-9484-6D6771815FF2}" srcOrd="0" destOrd="0" presId="urn:microsoft.com/office/officeart/2005/8/layout/hierarchy4"/>
    <dgm:cxn modelId="{4BBAFFEF-EDE2-C044-A3DD-ECDA0808B172}" type="presOf" srcId="{A74AD7F7-3B06-6D4B-9EF3-3486D20AFD75}" destId="{F54D2BBF-8E30-1D4D-99AC-E2507B611149}" srcOrd="0" destOrd="0" presId="urn:microsoft.com/office/officeart/2005/8/layout/hierarchy4"/>
    <dgm:cxn modelId="{D905CDF2-C7FA-4C48-B787-6E3D012E3495}" srcId="{4546D831-BA62-5C4A-BCB2-1C31774BCD6A}" destId="{D1E3B563-0501-7F47-B9F4-F109C62955B1}" srcOrd="0" destOrd="0" parTransId="{C5CD715E-119A-EA4D-9726-687C893143A6}" sibTransId="{C1979637-400D-B445-B706-15A1CC13D6D7}"/>
    <dgm:cxn modelId="{96A225F3-C7FD-F04C-A7AC-CD3EC2ADEDDB}" srcId="{2C7FEAC7-5B31-A94A-B85D-9A29845C79B7}" destId="{E6FBD620-4B33-5A49-A2A0-0B91D8E171F3}" srcOrd="0" destOrd="0" parTransId="{80509A86-086F-BE46-A77C-810F273F3896}" sibTransId="{4153DF75-9A58-C548-A139-1D2EF6A7C893}"/>
    <dgm:cxn modelId="{70D774FA-588A-344E-8C97-530D0123289E}" srcId="{7657DD45-7975-6342-B4B0-721CA89F7007}" destId="{2C7FEAC7-5B31-A94A-B85D-9A29845C79B7}" srcOrd="0" destOrd="0" parTransId="{622F441F-4F7B-6D41-9626-19794427E32B}" sibTransId="{4DD38AE5-8A94-2E4D-B733-A2F06FADFC23}"/>
    <dgm:cxn modelId="{B9A166FE-7A11-E84F-9542-B4A9370CA41C}" srcId="{E6FBD620-4B33-5A49-A2A0-0B91D8E171F3}" destId="{7B809DC0-2BE3-D641-A135-9F51C43C4A05}" srcOrd="0" destOrd="0" parTransId="{8428148F-D871-C844-A9BE-DE70C9166F29}" sibTransId="{3C29B5A2-38B3-2D42-93E2-682EAD871C3F}"/>
    <dgm:cxn modelId="{CEA13CD8-7206-2F40-BEDE-7997E6DE1D98}" type="presParOf" srcId="{F54D2BBF-8E30-1D4D-99AC-E2507B611149}" destId="{F27244D7-AECA-D843-A686-371A68A3F441}" srcOrd="0" destOrd="0" presId="urn:microsoft.com/office/officeart/2005/8/layout/hierarchy4"/>
    <dgm:cxn modelId="{CE1A3E3D-2425-454C-A3FB-FECD5524BB7D}" type="presParOf" srcId="{F27244D7-AECA-D843-A686-371A68A3F441}" destId="{B3D92098-3C72-4D45-A0DB-272B950DEC5C}" srcOrd="0" destOrd="0" presId="urn:microsoft.com/office/officeart/2005/8/layout/hierarchy4"/>
    <dgm:cxn modelId="{A5A4A6A5-5A05-0A4A-ACA8-3686E492AB06}" type="presParOf" srcId="{F27244D7-AECA-D843-A686-371A68A3F441}" destId="{3D43CF38-750F-574A-9D2D-6F8D306EA2CB}" srcOrd="1" destOrd="0" presId="urn:microsoft.com/office/officeart/2005/8/layout/hierarchy4"/>
    <dgm:cxn modelId="{34526F7D-4CAE-B74C-A558-7A4667A07153}" type="presParOf" srcId="{F27244D7-AECA-D843-A686-371A68A3F441}" destId="{9358A43E-19CF-404F-8869-3FA6F5C68D47}" srcOrd="2" destOrd="0" presId="urn:microsoft.com/office/officeart/2005/8/layout/hierarchy4"/>
    <dgm:cxn modelId="{FFFF3AFF-041F-A44C-BE7A-A0DE69EBE6F0}" type="presParOf" srcId="{9358A43E-19CF-404F-8869-3FA6F5C68D47}" destId="{BC52F9DB-0874-E24E-A25A-B35DAD248219}" srcOrd="0" destOrd="0" presId="urn:microsoft.com/office/officeart/2005/8/layout/hierarchy4"/>
    <dgm:cxn modelId="{E67E9736-37BC-9343-BF63-9FB6908B98B0}" type="presParOf" srcId="{BC52F9DB-0874-E24E-A25A-B35DAD248219}" destId="{3361C7BF-5645-3043-BE46-005CBBDFB4E7}" srcOrd="0" destOrd="0" presId="urn:microsoft.com/office/officeart/2005/8/layout/hierarchy4"/>
    <dgm:cxn modelId="{7D9FBBD5-B362-7B4A-9BE9-BFF136D86585}" type="presParOf" srcId="{BC52F9DB-0874-E24E-A25A-B35DAD248219}" destId="{617CA16C-631C-3F46-9F3A-8251BE52E664}" srcOrd="1" destOrd="0" presId="urn:microsoft.com/office/officeart/2005/8/layout/hierarchy4"/>
    <dgm:cxn modelId="{A742917C-6A86-DD4D-8F8F-357B7F595BDB}" type="presParOf" srcId="{BC52F9DB-0874-E24E-A25A-B35DAD248219}" destId="{9D5802B0-C8B5-5D43-898B-316E3EC85892}" srcOrd="2" destOrd="0" presId="urn:microsoft.com/office/officeart/2005/8/layout/hierarchy4"/>
    <dgm:cxn modelId="{4304D461-D563-7548-BC37-EEC5148F5874}" type="presParOf" srcId="{9D5802B0-C8B5-5D43-898B-316E3EC85892}" destId="{A814AE30-DFCE-9546-81FF-E9E478FC87CA}" srcOrd="0" destOrd="0" presId="urn:microsoft.com/office/officeart/2005/8/layout/hierarchy4"/>
    <dgm:cxn modelId="{04785D93-8F0A-AA48-B3D8-360BD025173E}" type="presParOf" srcId="{A814AE30-DFCE-9546-81FF-E9E478FC87CA}" destId="{1ADC52B6-B9E9-AF40-9484-6D6771815FF2}" srcOrd="0" destOrd="0" presId="urn:microsoft.com/office/officeart/2005/8/layout/hierarchy4"/>
    <dgm:cxn modelId="{6EDC5FB6-A0B1-C745-BB08-2044B5872C0F}" type="presParOf" srcId="{A814AE30-DFCE-9546-81FF-E9E478FC87CA}" destId="{F84B51BA-F3E2-1844-877F-8F2955559F99}" srcOrd="1" destOrd="0" presId="urn:microsoft.com/office/officeart/2005/8/layout/hierarchy4"/>
    <dgm:cxn modelId="{2FB917BE-765D-D44E-A752-49735822C220}" type="presParOf" srcId="{A814AE30-DFCE-9546-81FF-E9E478FC87CA}" destId="{C8CA67B3-DC38-0D49-A1ED-6A8AE5B9C08B}" srcOrd="2" destOrd="0" presId="urn:microsoft.com/office/officeart/2005/8/layout/hierarchy4"/>
    <dgm:cxn modelId="{8AB2CF1E-B6A6-8340-AE2B-67B22D961066}" type="presParOf" srcId="{C8CA67B3-DC38-0D49-A1ED-6A8AE5B9C08B}" destId="{4ACFCBC8-93B0-474E-9E87-92FA59F09A64}" srcOrd="0" destOrd="0" presId="urn:microsoft.com/office/officeart/2005/8/layout/hierarchy4"/>
    <dgm:cxn modelId="{B61399B2-1549-8243-AC13-9D71E3D6D420}" type="presParOf" srcId="{4ACFCBC8-93B0-474E-9E87-92FA59F09A64}" destId="{BF010FC0-B10E-2045-AFDE-32C940DD20BB}" srcOrd="0" destOrd="0" presId="urn:microsoft.com/office/officeart/2005/8/layout/hierarchy4"/>
    <dgm:cxn modelId="{11E517A4-B006-AA45-A541-0CB7EFAB9E4A}" type="presParOf" srcId="{4ACFCBC8-93B0-474E-9E87-92FA59F09A64}" destId="{135ECEE3-C4D1-ED40-98E6-29BF5AFD2BE0}" srcOrd="1" destOrd="0" presId="urn:microsoft.com/office/officeart/2005/8/layout/hierarchy4"/>
    <dgm:cxn modelId="{DB05DBF3-F36C-E842-B3B1-20B7DED78927}" type="presParOf" srcId="{4ACFCBC8-93B0-474E-9E87-92FA59F09A64}" destId="{40E60240-6CBA-F14F-9073-2A752ECDC590}" srcOrd="2" destOrd="0" presId="urn:microsoft.com/office/officeart/2005/8/layout/hierarchy4"/>
    <dgm:cxn modelId="{85B2B73F-F6C4-1A45-B749-7C9CAE99A4B7}" type="presParOf" srcId="{40E60240-6CBA-F14F-9073-2A752ECDC590}" destId="{5E4E3EC7-1872-F44B-A690-FCB64F0C3B1E}" srcOrd="0" destOrd="0" presId="urn:microsoft.com/office/officeart/2005/8/layout/hierarchy4"/>
    <dgm:cxn modelId="{4C9C62BF-8816-C541-B403-CA7BB32F7FF3}" type="presParOf" srcId="{5E4E3EC7-1872-F44B-A690-FCB64F0C3B1E}" destId="{78A9A133-6814-C846-9F71-F72681C33257}" srcOrd="0" destOrd="0" presId="urn:microsoft.com/office/officeart/2005/8/layout/hierarchy4"/>
    <dgm:cxn modelId="{EDAE0F3A-5D54-5C44-B54C-68036FEBC47E}" type="presParOf" srcId="{5E4E3EC7-1872-F44B-A690-FCB64F0C3B1E}" destId="{3199CA2A-8ADC-A146-8A88-D27DC5F40090}" srcOrd="1" destOrd="0" presId="urn:microsoft.com/office/officeart/2005/8/layout/hierarchy4"/>
    <dgm:cxn modelId="{F329BAB8-71B7-5D40-B606-A36CD7095C51}" type="presParOf" srcId="{5E4E3EC7-1872-F44B-A690-FCB64F0C3B1E}" destId="{59ED125E-BBD1-AA4D-8E8C-4A0F36ACED35}" srcOrd="2" destOrd="0" presId="urn:microsoft.com/office/officeart/2005/8/layout/hierarchy4"/>
    <dgm:cxn modelId="{168BB6F1-7CD1-C448-86EB-C72EEDF29F74}" type="presParOf" srcId="{59ED125E-BBD1-AA4D-8E8C-4A0F36ACED35}" destId="{5CB7ACC6-EF82-D745-8C38-538A8A282058}" srcOrd="0" destOrd="0" presId="urn:microsoft.com/office/officeart/2005/8/layout/hierarchy4"/>
    <dgm:cxn modelId="{C7C2390A-086C-5B41-AE03-3574B76FD53D}" type="presParOf" srcId="{5CB7ACC6-EF82-D745-8C38-538A8A282058}" destId="{7EE7FC36-0638-BC47-9854-2E3A944E9223}" srcOrd="0" destOrd="0" presId="urn:microsoft.com/office/officeart/2005/8/layout/hierarchy4"/>
    <dgm:cxn modelId="{9F9BF506-FE81-9C4F-B2BE-CD5E3469E7EE}" type="presParOf" srcId="{5CB7ACC6-EF82-D745-8C38-538A8A282058}" destId="{5F5B8F9F-0369-7C4E-B361-30C26BA92F9C}" srcOrd="1" destOrd="0" presId="urn:microsoft.com/office/officeart/2005/8/layout/hierarchy4"/>
    <dgm:cxn modelId="{0F3A4652-9A53-104A-A1A5-DD4BF56C053A}" type="presParOf" srcId="{5CB7ACC6-EF82-D745-8C38-538A8A282058}" destId="{49D2E4D2-BD8C-8F45-841B-5D98FE5E343A}" srcOrd="2" destOrd="0" presId="urn:microsoft.com/office/officeart/2005/8/layout/hierarchy4"/>
    <dgm:cxn modelId="{9DEE2E88-853C-1842-A549-459801556FCE}" type="presParOf" srcId="{49D2E4D2-BD8C-8F45-841B-5D98FE5E343A}" destId="{F6DC7E21-64CA-DD4E-A408-F3851C14EF90}" srcOrd="0" destOrd="0" presId="urn:microsoft.com/office/officeart/2005/8/layout/hierarchy4"/>
    <dgm:cxn modelId="{9AB121D4-167C-B945-8766-6E9179B09718}" type="presParOf" srcId="{F6DC7E21-64CA-DD4E-A408-F3851C14EF90}" destId="{2835980D-04D8-4545-B7C4-405B086D0830}" srcOrd="0" destOrd="0" presId="urn:microsoft.com/office/officeart/2005/8/layout/hierarchy4"/>
    <dgm:cxn modelId="{F418DBF9-3CFC-6740-93F5-CA6BC2078046}" type="presParOf" srcId="{F6DC7E21-64CA-DD4E-A408-F3851C14EF90}" destId="{904FE21C-857F-6743-AC81-D95D90586451}" srcOrd="1" destOrd="0" presId="urn:microsoft.com/office/officeart/2005/8/layout/hierarchy4"/>
    <dgm:cxn modelId="{71426087-C484-B74F-9696-36DBCB3C3D61}" type="presParOf" srcId="{F6DC7E21-64CA-DD4E-A408-F3851C14EF90}" destId="{4320A98B-E957-F549-A0DA-CB3889B8C258}" srcOrd="2" destOrd="0" presId="urn:microsoft.com/office/officeart/2005/8/layout/hierarchy4"/>
    <dgm:cxn modelId="{9440D9D0-9A65-6346-B7F9-31218E56BC0C}" type="presParOf" srcId="{4320A98B-E957-F549-A0DA-CB3889B8C258}" destId="{E3091D53-8B1F-7D44-82A1-79E3321E2DE8}" srcOrd="0" destOrd="0" presId="urn:microsoft.com/office/officeart/2005/8/layout/hierarchy4"/>
    <dgm:cxn modelId="{5CB4CF7F-4F0D-E740-815A-7838DA1C9E1A}" type="presParOf" srcId="{E3091D53-8B1F-7D44-82A1-79E3321E2DE8}" destId="{F8AC5113-FA1A-0A49-9A8F-4CAAF42CF08A}" srcOrd="0" destOrd="0" presId="urn:microsoft.com/office/officeart/2005/8/layout/hierarchy4"/>
    <dgm:cxn modelId="{D7B473E5-0169-4349-A096-C5C47BECB0A4}" type="presParOf" srcId="{E3091D53-8B1F-7D44-82A1-79E3321E2DE8}" destId="{D3FF4FC5-9353-8946-BD22-0A0205249B43}" srcOrd="1" destOrd="0" presId="urn:microsoft.com/office/officeart/2005/8/layout/hierarchy4"/>
    <dgm:cxn modelId="{5D80E42A-E43B-484F-AA5B-9AAD0C94634E}" type="presParOf" srcId="{E3091D53-8B1F-7D44-82A1-79E3321E2DE8}" destId="{D2538A8F-E2D8-C34B-9124-3B693C11D089}" srcOrd="2" destOrd="0" presId="urn:microsoft.com/office/officeart/2005/8/layout/hierarchy4"/>
    <dgm:cxn modelId="{316CFA73-6ADA-3444-84BC-B83BABAD0687}" type="presParOf" srcId="{D2538A8F-E2D8-C34B-9124-3B693C11D089}" destId="{F8D91BB0-7E69-DA43-B85A-0A0BAC42DEA8}" srcOrd="0" destOrd="0" presId="urn:microsoft.com/office/officeart/2005/8/layout/hierarchy4"/>
    <dgm:cxn modelId="{58C4CA81-C105-344A-B255-F2B5DE9EAF63}" type="presParOf" srcId="{F8D91BB0-7E69-DA43-B85A-0A0BAC42DEA8}" destId="{1F4532E4-D897-F34F-9A2D-76F3E1B01660}" srcOrd="0" destOrd="0" presId="urn:microsoft.com/office/officeart/2005/8/layout/hierarchy4"/>
    <dgm:cxn modelId="{FC0D0125-A64E-3B4A-B85B-96D8F5B070CB}" type="presParOf" srcId="{F8D91BB0-7E69-DA43-B85A-0A0BAC42DEA8}" destId="{C2A7B885-2ED9-6948-AED2-5DB97635B070}" srcOrd="1" destOrd="0" presId="urn:microsoft.com/office/officeart/2005/8/layout/hierarchy4"/>
    <dgm:cxn modelId="{F2007054-F65C-BF48-936D-A997D2FC4721}" type="presParOf" srcId="{F8D91BB0-7E69-DA43-B85A-0A0BAC42DEA8}" destId="{4D57BFFD-AE39-DD44-A2AF-9F017CDF2BCA}" srcOrd="2" destOrd="0" presId="urn:microsoft.com/office/officeart/2005/8/layout/hierarchy4"/>
    <dgm:cxn modelId="{A4B0C28C-3E83-C242-9850-272FACBCE362}" type="presParOf" srcId="{4D57BFFD-AE39-DD44-A2AF-9F017CDF2BCA}" destId="{002836C3-C44A-5F44-9821-676A07ECC3DB}" srcOrd="0" destOrd="0" presId="urn:microsoft.com/office/officeart/2005/8/layout/hierarchy4"/>
    <dgm:cxn modelId="{050B7793-85BE-964E-AE03-4DEF1C7546F6}" type="presParOf" srcId="{002836C3-C44A-5F44-9821-676A07ECC3DB}" destId="{F095B5F8-F7D2-3442-8725-E6F6E811C676}" srcOrd="0" destOrd="0" presId="urn:microsoft.com/office/officeart/2005/8/layout/hierarchy4"/>
    <dgm:cxn modelId="{6BE32E3A-340A-184D-945D-B432B1CA7DE1}" type="presParOf" srcId="{002836C3-C44A-5F44-9821-676A07ECC3DB}" destId="{98AC81F9-7265-B148-B187-5C5DEEAAFCA9}" srcOrd="1" destOrd="0" presId="urn:microsoft.com/office/officeart/2005/8/layout/hierarchy4"/>
    <dgm:cxn modelId="{B5E02A17-A3E4-9B40-A986-6B84A6C8C31B}" type="presParOf" srcId="{002836C3-C44A-5F44-9821-676A07ECC3DB}" destId="{6DE75D6A-295A-7641-85D7-60A24888D60E}" srcOrd="2" destOrd="0" presId="urn:microsoft.com/office/officeart/2005/8/layout/hierarchy4"/>
    <dgm:cxn modelId="{86B7EDD2-B205-C747-A9C2-DED0E950DD9D}" type="presParOf" srcId="{6DE75D6A-295A-7641-85D7-60A24888D60E}" destId="{C94439A1-05B8-3F4A-99E8-E980050DFCE2}" srcOrd="0" destOrd="0" presId="urn:microsoft.com/office/officeart/2005/8/layout/hierarchy4"/>
    <dgm:cxn modelId="{C3E7824B-892A-7D44-9C57-C3520062056B}" type="presParOf" srcId="{C94439A1-05B8-3F4A-99E8-E980050DFCE2}" destId="{F2885F41-7D26-DF4D-97DD-24A07D87F073}" srcOrd="0" destOrd="0" presId="urn:microsoft.com/office/officeart/2005/8/layout/hierarchy4"/>
    <dgm:cxn modelId="{3FAABB08-400A-4744-BC53-F76AFB13842A}" type="presParOf" srcId="{C94439A1-05B8-3F4A-99E8-E980050DFCE2}" destId="{2CF726DD-2B59-DB48-B5BA-F3808649A5F9}" srcOrd="1" destOrd="0" presId="urn:microsoft.com/office/officeart/2005/8/layout/hierarchy4"/>
    <dgm:cxn modelId="{4749FD2B-D1A0-3146-BC4D-14A53A03C792}" type="presParOf" srcId="{C94439A1-05B8-3F4A-99E8-E980050DFCE2}" destId="{7F0B15CD-E62B-2146-B433-BB3D2925339F}" srcOrd="2" destOrd="0" presId="urn:microsoft.com/office/officeart/2005/8/layout/hierarchy4"/>
    <dgm:cxn modelId="{87FA362A-2AE7-CD44-B3A6-6DFC4CAACC85}" type="presParOf" srcId="{7F0B15CD-E62B-2146-B433-BB3D2925339F}" destId="{247BE962-C88F-384F-9CE2-AFB42626145C}" srcOrd="0" destOrd="0" presId="urn:microsoft.com/office/officeart/2005/8/layout/hierarchy4"/>
    <dgm:cxn modelId="{9FD05875-19B4-8B42-A6F3-A0516E85FE05}" type="presParOf" srcId="{247BE962-C88F-384F-9CE2-AFB42626145C}" destId="{D91C49EE-A040-574C-9079-E70598A45305}" srcOrd="0" destOrd="0" presId="urn:microsoft.com/office/officeart/2005/8/layout/hierarchy4"/>
    <dgm:cxn modelId="{835F52BA-F128-DB44-9FA0-0107425B4220}" type="presParOf" srcId="{247BE962-C88F-384F-9CE2-AFB42626145C}" destId="{D9E63B89-D661-6341-8C88-4F29C84C7C1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92098-3C72-4D45-A0DB-272B950DEC5C}">
      <dsp:nvSpPr>
        <dsp:cNvPr id="0" name=""/>
        <dsp:cNvSpPr/>
      </dsp:nvSpPr>
      <dsp:spPr>
        <a:xfrm>
          <a:off x="1803" y="1184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Aplicação</a:t>
          </a:r>
        </a:p>
      </dsp:txBody>
      <dsp:txXfrm>
        <a:off x="12884" y="12265"/>
        <a:ext cx="3667400" cy="356159"/>
      </dsp:txXfrm>
    </dsp:sp>
    <dsp:sp modelId="{3361C7BF-5645-3043-BE46-005CBBDFB4E7}">
      <dsp:nvSpPr>
        <dsp:cNvPr id="0" name=""/>
        <dsp:cNvSpPr/>
      </dsp:nvSpPr>
      <dsp:spPr>
        <a:xfrm>
          <a:off x="1803" y="396067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Sistema Operacional</a:t>
          </a:r>
        </a:p>
      </dsp:txBody>
      <dsp:txXfrm>
        <a:off x="12884" y="407148"/>
        <a:ext cx="3667400" cy="356159"/>
      </dsp:txXfrm>
    </dsp:sp>
    <dsp:sp modelId="{1ADC52B6-B9E9-AF40-9484-6D6771815FF2}">
      <dsp:nvSpPr>
        <dsp:cNvPr id="0" name=""/>
        <dsp:cNvSpPr/>
      </dsp:nvSpPr>
      <dsp:spPr>
        <a:xfrm>
          <a:off x="1803" y="790950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Alto Nível</a:t>
          </a:r>
        </a:p>
      </dsp:txBody>
      <dsp:txXfrm>
        <a:off x="12884" y="802031"/>
        <a:ext cx="3667400" cy="356159"/>
      </dsp:txXfrm>
    </dsp:sp>
    <dsp:sp modelId="{BF010FC0-B10E-2045-AFDE-32C940DD20BB}">
      <dsp:nvSpPr>
        <dsp:cNvPr id="0" name=""/>
        <dsp:cNvSpPr/>
      </dsp:nvSpPr>
      <dsp:spPr>
        <a:xfrm>
          <a:off x="1803" y="1185832"/>
          <a:ext cx="3689562" cy="378321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Máquina Virtual</a:t>
          </a:r>
        </a:p>
      </dsp:txBody>
      <dsp:txXfrm>
        <a:off x="12884" y="1196913"/>
        <a:ext cx="3667400" cy="356159"/>
      </dsp:txXfrm>
    </dsp:sp>
    <dsp:sp modelId="{78A9A133-6814-C846-9F71-F72681C33257}">
      <dsp:nvSpPr>
        <dsp:cNvPr id="0" name=""/>
        <dsp:cNvSpPr/>
      </dsp:nvSpPr>
      <dsp:spPr>
        <a:xfrm>
          <a:off x="1803" y="1580715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Assembly</a:t>
          </a:r>
        </a:p>
      </dsp:txBody>
      <dsp:txXfrm>
        <a:off x="12884" y="1591796"/>
        <a:ext cx="3667400" cy="356159"/>
      </dsp:txXfrm>
    </dsp:sp>
    <dsp:sp modelId="{7EE7FC36-0638-BC47-9854-2E3A944E9223}">
      <dsp:nvSpPr>
        <dsp:cNvPr id="0" name=""/>
        <dsp:cNvSpPr/>
      </dsp:nvSpPr>
      <dsp:spPr>
        <a:xfrm>
          <a:off x="1803" y="1975598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Máquina</a:t>
          </a:r>
        </a:p>
      </dsp:txBody>
      <dsp:txXfrm>
        <a:off x="12884" y="1986679"/>
        <a:ext cx="3667400" cy="356159"/>
      </dsp:txXfrm>
    </dsp:sp>
    <dsp:sp modelId="{2835980D-04D8-4545-B7C4-405B086D0830}">
      <dsp:nvSpPr>
        <dsp:cNvPr id="0" name=""/>
        <dsp:cNvSpPr/>
      </dsp:nvSpPr>
      <dsp:spPr>
        <a:xfrm>
          <a:off x="1803" y="2370480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Unidade Central de Processamento</a:t>
          </a:r>
        </a:p>
      </dsp:txBody>
      <dsp:txXfrm>
        <a:off x="12884" y="2381561"/>
        <a:ext cx="3667400" cy="356159"/>
      </dsp:txXfrm>
    </dsp:sp>
    <dsp:sp modelId="{F8AC5113-FA1A-0A49-9A8F-4CAAF42CF08A}">
      <dsp:nvSpPr>
        <dsp:cNvPr id="0" name=""/>
        <dsp:cNvSpPr/>
      </dsp:nvSpPr>
      <dsp:spPr>
        <a:xfrm>
          <a:off x="1803" y="2765363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Lógica Sequencial (Memória)</a:t>
          </a:r>
        </a:p>
      </dsp:txBody>
      <dsp:txXfrm>
        <a:off x="12884" y="2776444"/>
        <a:ext cx="3667400" cy="356159"/>
      </dsp:txXfrm>
    </dsp:sp>
    <dsp:sp modelId="{1F4532E4-D897-F34F-9A2D-76F3E1B01660}">
      <dsp:nvSpPr>
        <dsp:cNvPr id="0" name=""/>
        <dsp:cNvSpPr/>
      </dsp:nvSpPr>
      <dsp:spPr>
        <a:xfrm>
          <a:off x="1803" y="3160246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Unidade Lógica Aritmética</a:t>
          </a:r>
        </a:p>
      </dsp:txBody>
      <dsp:txXfrm>
        <a:off x="12884" y="3171327"/>
        <a:ext cx="3667400" cy="356159"/>
      </dsp:txXfrm>
    </dsp:sp>
    <dsp:sp modelId="{F095B5F8-F7D2-3442-8725-E6F6E811C676}">
      <dsp:nvSpPr>
        <dsp:cNvPr id="0" name=""/>
        <dsp:cNvSpPr/>
      </dsp:nvSpPr>
      <dsp:spPr>
        <a:xfrm>
          <a:off x="1803" y="3555128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Lógica Combinacional</a:t>
          </a:r>
        </a:p>
      </dsp:txBody>
      <dsp:txXfrm>
        <a:off x="12884" y="3566209"/>
        <a:ext cx="3667400" cy="356159"/>
      </dsp:txXfrm>
    </dsp:sp>
    <dsp:sp modelId="{F2885F41-7D26-DF4D-97DD-24A07D87F073}">
      <dsp:nvSpPr>
        <dsp:cNvPr id="0" name=""/>
        <dsp:cNvSpPr/>
      </dsp:nvSpPr>
      <dsp:spPr>
        <a:xfrm>
          <a:off x="1803" y="3950011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Portas Lógicas</a:t>
          </a:r>
        </a:p>
      </dsp:txBody>
      <dsp:txXfrm>
        <a:off x="12884" y="3961092"/>
        <a:ext cx="3667400" cy="356159"/>
      </dsp:txXfrm>
    </dsp:sp>
    <dsp:sp modelId="{D91C49EE-A040-574C-9079-E70598A45305}">
      <dsp:nvSpPr>
        <dsp:cNvPr id="0" name=""/>
        <dsp:cNvSpPr/>
      </dsp:nvSpPr>
      <dsp:spPr>
        <a:xfrm>
          <a:off x="1803" y="4344894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Transistores</a:t>
          </a:r>
        </a:p>
      </dsp:txBody>
      <dsp:txXfrm>
        <a:off x="12884" y="4355975"/>
        <a:ext cx="3667400" cy="3561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englishlive.ef.com</a:t>
            </a:r>
            <a:r>
              <a:rPr lang="pt-BR" dirty="0"/>
              <a:t>/</a:t>
            </a:r>
            <a:r>
              <a:rPr lang="pt-BR" dirty="0" err="1"/>
              <a:t>pt-br</a:t>
            </a:r>
            <a:r>
              <a:rPr lang="pt-BR" dirty="0"/>
              <a:t>/blog/as-14-flores-mais-populares-em-ingles/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83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06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 err="1"/>
              <a:t>P-Code</a:t>
            </a:r>
            <a:r>
              <a:rPr lang="pt-BR" sz="1200" dirty="0"/>
              <a:t> é uma linguagem de programação intermediária de máquina a pilha que se tornou muito popular nos anos 70 devido a implementação do Pascal-P.</a:t>
            </a:r>
          </a:p>
          <a:p>
            <a:r>
              <a:rPr lang="pt-BR" sz="1200" dirty="0"/>
              <a:t>Programas em Pascal podiam ser compilador para </a:t>
            </a:r>
            <a:r>
              <a:rPr lang="pt-BR" sz="1200" dirty="0" err="1"/>
              <a:t>p-code</a:t>
            </a:r>
            <a:r>
              <a:rPr lang="pt-BR" sz="1200" dirty="0"/>
              <a:t> que depois seriam interpretados pelo computador ou traduzido para uma linguagem de máquina.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homepages.cwi.nl</a:t>
            </a:r>
            <a:r>
              <a:rPr lang="pt-BR" dirty="0"/>
              <a:t>/~</a:t>
            </a:r>
            <a:r>
              <a:rPr lang="pt-BR" dirty="0" err="1"/>
              <a:t>steven</a:t>
            </a:r>
            <a:r>
              <a:rPr lang="pt-BR" dirty="0"/>
              <a:t>/pascal/book/10pcode.html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upload.wikimedia.org</a:t>
            </a:r>
            <a:r>
              <a:rPr lang="pt-BR" dirty="0"/>
              <a:t>/</a:t>
            </a:r>
            <a:r>
              <a:rPr lang="pt-BR" dirty="0" err="1"/>
              <a:t>wikipedia</a:t>
            </a:r>
            <a:r>
              <a:rPr lang="pt-BR" dirty="0"/>
              <a:t>/</a:t>
            </a:r>
            <a:r>
              <a:rPr lang="pt-BR" dirty="0" err="1"/>
              <a:t>commons</a:t>
            </a:r>
            <a:r>
              <a:rPr lang="pt-BR" dirty="0"/>
              <a:t>/</a:t>
            </a:r>
            <a:r>
              <a:rPr lang="pt-BR" dirty="0" err="1"/>
              <a:t>f</a:t>
            </a:r>
            <a:r>
              <a:rPr lang="pt-BR" dirty="0"/>
              <a:t>/f5/</a:t>
            </a:r>
            <a:r>
              <a:rPr lang="pt-BR" dirty="0" err="1"/>
              <a:t>LagrangePAS.jpg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71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 </a:t>
            </a:r>
            <a:r>
              <a:rPr lang="pt-BR" sz="1200" i="1" dirty="0"/>
              <a:t>Green Team </a:t>
            </a:r>
            <a:r>
              <a:rPr lang="pt-BR" sz="1200" dirty="0"/>
              <a:t>composto por James </a:t>
            </a:r>
            <a:r>
              <a:rPr lang="pt-BR" sz="1200" dirty="0" err="1"/>
              <a:t>Gosling</a:t>
            </a:r>
            <a:r>
              <a:rPr lang="pt-BR" sz="1200" dirty="0"/>
              <a:t>, Mike Sheridan e Patrick </a:t>
            </a:r>
            <a:r>
              <a:rPr lang="pt-BR" sz="1200" dirty="0" err="1"/>
              <a:t>Naughton</a:t>
            </a:r>
            <a:r>
              <a:rPr lang="pt-BR" sz="1200" dirty="0"/>
              <a:t> iniciaram o projeto da linguagem Java em junho de 1991 na Sun Microsystems para dispositivos embarcados, como o set-top boxes. Os </a:t>
            </a:r>
            <a:r>
              <a:rPr lang="pt-BR" sz="1200" dirty="0" err="1"/>
              <a:t>programs</a:t>
            </a:r>
            <a:r>
              <a:rPr lang="pt-BR" sz="1200" dirty="0"/>
              <a:t> em Java são compilados para um </a:t>
            </a:r>
            <a:r>
              <a:rPr lang="pt-BR" sz="1200" dirty="0" err="1"/>
              <a:t>Bytecode</a:t>
            </a:r>
            <a:r>
              <a:rPr lang="pt-BR" sz="1200" dirty="0"/>
              <a:t> que depois é interpretado por uma JVM (Java Virtual </a:t>
            </a:r>
            <a:r>
              <a:rPr lang="pt-BR" sz="1200" dirty="0" err="1"/>
              <a:t>Machine</a:t>
            </a:r>
            <a:r>
              <a:rPr lang="pt-BR" sz="1200" dirty="0"/>
              <a:t>) baseada em pilha de operações.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www.javatpoint.com</a:t>
            </a:r>
            <a:r>
              <a:rPr lang="pt-BR" dirty="0"/>
              <a:t>/</a:t>
            </a:r>
            <a:r>
              <a:rPr lang="pt-BR" dirty="0" err="1"/>
              <a:t>history-of-java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en.wikibooks.org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Java_Programming</a:t>
            </a:r>
            <a:r>
              <a:rPr lang="pt-BR" dirty="0"/>
              <a:t>/</a:t>
            </a:r>
            <a:r>
              <a:rPr lang="pt-BR" dirty="0" err="1"/>
              <a:t>Byte_Code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www.javaworld.com</a:t>
            </a:r>
            <a:r>
              <a:rPr lang="pt-BR" dirty="0"/>
              <a:t>/</a:t>
            </a:r>
            <a:r>
              <a:rPr lang="pt-BR" dirty="0" err="1"/>
              <a:t>article</a:t>
            </a:r>
            <a:r>
              <a:rPr lang="pt-BR" dirty="0"/>
              <a:t>/2077233/</a:t>
            </a:r>
            <a:r>
              <a:rPr lang="pt-BR" dirty="0" err="1"/>
              <a:t>core-java</a:t>
            </a:r>
            <a:r>
              <a:rPr lang="pt-BR" dirty="0"/>
              <a:t>/</a:t>
            </a:r>
            <a:r>
              <a:rPr lang="pt-BR" dirty="0" err="1"/>
              <a:t>bytecode-basics.html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developer.salesforce.com</a:t>
            </a:r>
            <a:r>
              <a:rPr lang="pt-BR" dirty="0"/>
              <a:t>/</a:t>
            </a:r>
            <a:r>
              <a:rPr lang="pt-BR" dirty="0" err="1"/>
              <a:t>forums</a:t>
            </a:r>
            <a:r>
              <a:rPr lang="pt-BR" dirty="0"/>
              <a:t>/</a:t>
            </a:r>
            <a:r>
              <a:rPr lang="pt-BR" dirty="0" err="1"/>
              <a:t>servlet</a:t>
            </a:r>
            <a:r>
              <a:rPr lang="pt-BR" dirty="0"/>
              <a:t>/</a:t>
            </a:r>
            <a:r>
              <a:rPr lang="pt-BR" dirty="0" err="1"/>
              <a:t>rtaImage?eid</a:t>
            </a:r>
            <a:r>
              <a:rPr lang="pt-BR" dirty="0"/>
              <a:t>=907F0000000Y5Y8&amp;feoid=</a:t>
            </a:r>
            <a:r>
              <a:rPr lang="pt-BR" dirty="0" err="1"/>
              <a:t>Body&amp;refid</a:t>
            </a:r>
            <a:r>
              <a:rPr lang="pt-BR" dirty="0"/>
              <a:t>=0EMF0000000QxRD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31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Em 2000, Microsoft, HP e Intel trabalharam para padronizar a Common </a:t>
            </a:r>
            <a:r>
              <a:rPr lang="pt-BR" sz="1200" dirty="0" err="1"/>
              <a:t>Language</a:t>
            </a:r>
            <a:r>
              <a:rPr lang="pt-BR" sz="1200" dirty="0"/>
              <a:t> </a:t>
            </a:r>
            <a:r>
              <a:rPr lang="pt-BR" sz="1200" dirty="0" err="1"/>
              <a:t>Infrastructure</a:t>
            </a:r>
            <a:r>
              <a:rPr lang="pt-BR" sz="1200" dirty="0"/>
              <a:t> (CLI) do .NET Framework, definindo uma linguagem comum que permite integrar códigos como ASP+, C++ e C#. Os códigos são compilados para o Common </a:t>
            </a:r>
            <a:r>
              <a:rPr lang="pt-BR" sz="1200" dirty="0" err="1"/>
              <a:t>Intermediate</a:t>
            </a:r>
            <a:r>
              <a:rPr lang="pt-BR" sz="1200" dirty="0"/>
              <a:t> </a:t>
            </a:r>
            <a:r>
              <a:rPr lang="pt-BR" sz="1200" dirty="0" err="1"/>
              <a:t>Language</a:t>
            </a:r>
            <a:r>
              <a:rPr lang="pt-BR" sz="1200" dirty="0"/>
              <a:t> (CIL) que é uma linguagem baseada em operações a pilha.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/.</a:t>
            </a:r>
            <a:r>
              <a:rPr lang="pt-BR" dirty="0" err="1"/>
              <a:t>NET_Framework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searchsoa.techtarget.com</a:t>
            </a:r>
            <a:r>
              <a:rPr lang="pt-BR" dirty="0"/>
              <a:t>/</a:t>
            </a:r>
            <a:r>
              <a:rPr lang="pt-BR" dirty="0" err="1"/>
              <a:t>definition</a:t>
            </a:r>
            <a:r>
              <a:rPr lang="pt-BR" dirty="0"/>
              <a:t>/Common-</a:t>
            </a:r>
            <a:r>
              <a:rPr lang="pt-BR" dirty="0" err="1"/>
              <a:t>Language</a:t>
            </a:r>
            <a:r>
              <a:rPr lang="pt-BR" dirty="0"/>
              <a:t>-</a:t>
            </a:r>
            <a:r>
              <a:rPr lang="pt-BR" dirty="0" err="1"/>
              <a:t>Infrastructure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social.msdn.microsoft.com</a:t>
            </a:r>
            <a:r>
              <a:rPr lang="pt-BR" dirty="0"/>
              <a:t>/</a:t>
            </a:r>
            <a:r>
              <a:rPr lang="pt-BR" dirty="0" err="1"/>
              <a:t>Forums</a:t>
            </a:r>
            <a:r>
              <a:rPr lang="pt-BR" dirty="0"/>
              <a:t>/</a:t>
            </a:r>
            <a:r>
              <a:rPr lang="pt-BR" dirty="0" err="1"/>
              <a:t>vstudio</a:t>
            </a:r>
            <a:r>
              <a:rPr lang="pt-BR" dirty="0"/>
              <a:t>/</a:t>
            </a:r>
            <a:r>
              <a:rPr lang="pt-BR" dirty="0" err="1"/>
              <a:t>en</a:t>
            </a:r>
            <a:r>
              <a:rPr lang="pt-BR" dirty="0"/>
              <a:t>-US/afbe14e6-934f-4271-ab78-b77ac36d26f7/</a:t>
            </a:r>
            <a:r>
              <a:rPr lang="pt-BR" dirty="0" err="1"/>
              <a:t>how-to-read-data-from-textcsvxml-files-using-c?forum</a:t>
            </a:r>
            <a:r>
              <a:rPr lang="pt-BR" dirty="0"/>
              <a:t>=</a:t>
            </a:r>
            <a:r>
              <a:rPr lang="pt-BR" dirty="0" err="1"/>
              <a:t>csharpgeneral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337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Uma máquina virtual (VM) é uma implementação de um computador que executa programas como uma máquina física real. As máquinas virtuais são separados em duas classes principais, com base no seu uso e grau de correspondência a qualquer máquina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408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Num primeiro estágio, o código de alto nível é traduzido para um formato que não é nem muito alto, nem baixo. E depois num segundo estágio este código é traduzido para linguagem de máquina.</a:t>
            </a:r>
          </a:p>
          <a:p>
            <a:endParaRPr lang="pt-BR" dirty="0"/>
          </a:p>
          <a:p>
            <a:r>
              <a:rPr lang="pt-BR" dirty="0"/>
              <a:t>O primeiro estágio depende da linguagem de compilação</a:t>
            </a:r>
          </a:p>
          <a:p>
            <a:r>
              <a:rPr lang="pt-BR" dirty="0"/>
              <a:t>o segundo só depende da arquitetura</a:t>
            </a:r>
          </a:p>
          <a:p>
            <a:endParaRPr lang="pt-BR" dirty="0"/>
          </a:p>
          <a:p>
            <a:r>
              <a:rPr lang="pt-BR" dirty="0"/>
              <a:t>Essa linguagem intermediaria é o baseada nas VM </a:t>
            </a:r>
            <a:r>
              <a:rPr lang="pt-BR" dirty="0" err="1"/>
              <a:t>instructions</a:t>
            </a:r>
            <a:endParaRPr lang="pt-BR" dirty="0"/>
          </a:p>
          <a:p>
            <a:endParaRPr lang="pt-BR" dirty="0"/>
          </a:p>
          <a:p>
            <a:r>
              <a:rPr lang="pt-BR" dirty="0"/>
              <a:t>Java (JDK) -&gt; </a:t>
            </a:r>
            <a:r>
              <a:rPr lang="pt-BR" dirty="0" err="1"/>
              <a:t>Linguage</a:t>
            </a:r>
            <a:r>
              <a:rPr lang="pt-BR" dirty="0"/>
              <a:t> </a:t>
            </a:r>
            <a:r>
              <a:rPr lang="pt-BR" dirty="0" err="1"/>
              <a:t>Bitecode</a:t>
            </a:r>
            <a:r>
              <a:rPr lang="pt-BR" dirty="0"/>
              <a:t> -&gt; JVM (JRE)</a:t>
            </a:r>
          </a:p>
          <a:p>
            <a:r>
              <a:rPr lang="pt-BR" dirty="0"/>
              <a:t>C# (</a:t>
            </a:r>
            <a:r>
              <a:rPr lang="pt-BR" dirty="0" err="1"/>
              <a:t>.Net</a:t>
            </a:r>
            <a:r>
              <a:rPr lang="pt-BR" dirty="0"/>
              <a:t>) -&gt; Common </a:t>
            </a:r>
            <a:r>
              <a:rPr lang="pt-BR" dirty="0" err="1"/>
              <a:t>intermediate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(CIL) -&gt; Common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Runtime</a:t>
            </a:r>
            <a:r>
              <a:rPr lang="pt-BR" dirty="0"/>
              <a:t>(CLR)</a:t>
            </a:r>
          </a:p>
          <a:p>
            <a:endParaRPr lang="pt-BR" dirty="0"/>
          </a:p>
          <a:p>
            <a:r>
              <a:rPr lang="pt-BR" dirty="0" err="1"/>
              <a:t>compiler's</a:t>
            </a:r>
            <a:r>
              <a:rPr lang="pt-BR" dirty="0"/>
              <a:t> </a:t>
            </a:r>
            <a:r>
              <a:rPr lang="pt-BR" dirty="0" err="1"/>
              <a:t>backend</a:t>
            </a:r>
            <a:endParaRPr lang="pt-BR" dirty="0"/>
          </a:p>
          <a:p>
            <a:r>
              <a:rPr lang="pt-BR" dirty="0"/>
              <a:t>Duas linguagens mandando para a mesma VM, podendo compartilhar chamadas.</a:t>
            </a:r>
          </a:p>
          <a:p>
            <a:endParaRPr lang="pt-BR" dirty="0"/>
          </a:p>
          <a:p>
            <a:r>
              <a:rPr lang="pt-BR" dirty="0"/>
              <a:t>Novas máquinas, já usam software existente (ex. </a:t>
            </a:r>
            <a:r>
              <a:rPr lang="pt-BR" dirty="0" err="1"/>
              <a:t>Android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516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requer muitos compiladores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www.iconarchive.com</a:t>
            </a:r>
            <a:r>
              <a:rPr lang="pt-BR" dirty="0"/>
              <a:t>/show/vista-hardware-</a:t>
            </a:r>
            <a:r>
              <a:rPr lang="pt-BR" dirty="0" err="1"/>
              <a:t>devices</a:t>
            </a:r>
            <a:r>
              <a:rPr lang="pt-BR" dirty="0"/>
              <a:t>-</a:t>
            </a:r>
            <a:r>
              <a:rPr lang="pt-BR" dirty="0" err="1"/>
              <a:t>icons-by-icons-land</a:t>
            </a:r>
            <a:r>
              <a:rPr lang="pt-BR" dirty="0"/>
              <a:t>/Smartphone-</a:t>
            </a:r>
            <a:r>
              <a:rPr lang="pt-BR" dirty="0" err="1"/>
              <a:t>icon.html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www.canstockphoto.com</a:t>
            </a:r>
            <a:r>
              <a:rPr lang="pt-BR" dirty="0"/>
              <a:t>/</a:t>
            </a:r>
            <a:r>
              <a:rPr lang="pt-BR" dirty="0" err="1"/>
              <a:t>illustration</a:t>
            </a:r>
            <a:r>
              <a:rPr lang="pt-BR" dirty="0"/>
              <a:t>/</a:t>
            </a:r>
            <a:r>
              <a:rPr lang="pt-BR" dirty="0" err="1"/>
              <a:t>semiconductors.html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89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VM permite computadores emulando outros computadores, que nem existem ainda.</a:t>
            </a:r>
          </a:p>
          <a:p>
            <a:endParaRPr lang="pt-BR" dirty="0"/>
          </a:p>
          <a:p>
            <a:pPr>
              <a:spcAft>
                <a:spcPct val="100000"/>
              </a:spcAft>
              <a:buFont typeface="Wingdings" charset="0"/>
              <a:buNone/>
            </a:pPr>
            <a:r>
              <a:rPr lang="en-US" sz="1800" u="sng" dirty="0"/>
              <a:t>VM implementation options: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Software-based  (emulate the VM using, say, Java) 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Translator-based  (translate VM programs into, say, the Hack language)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Hardware-based  (realize the VM using dedicated memory and</a:t>
            </a:r>
            <a:br>
              <a:rPr lang="en-US" sz="1800" dirty="0"/>
            </a:br>
            <a:r>
              <a:rPr lang="en-US" sz="1800" dirty="0"/>
              <a:t>                             registers)</a:t>
            </a:r>
            <a:endParaRPr lang="en-US" sz="1800" u="sng" dirty="0"/>
          </a:p>
          <a:p>
            <a:pPr>
              <a:spcBef>
                <a:spcPct val="100000"/>
              </a:spcBef>
              <a:spcAft>
                <a:spcPct val="100000"/>
              </a:spcAft>
              <a:buFont typeface="Wingdings" charset="0"/>
              <a:buNone/>
            </a:pPr>
            <a:r>
              <a:rPr lang="en-US" sz="1800" u="sng" dirty="0"/>
              <a:t>Well-known translator-based implementations: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JVM (runs bytecode programs in the Java platform)</a:t>
            </a:r>
          </a:p>
          <a:p>
            <a:pPr lvl="1">
              <a:spcAft>
                <a:spcPct val="100000"/>
              </a:spcAft>
            </a:pPr>
            <a:r>
              <a:rPr lang="en-US" sz="1800"/>
              <a:t>CLR (runs IL programs in the .NET platform).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060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 design da máquina virtual deve ser independente do hardware. Restringindo a certas arquiteturas vai limitar o uso da máquina virtual. Você pode querer fazer seu código rodar em máquinas que nem existem ainda.</a:t>
            </a:r>
          </a:p>
          <a:p>
            <a:endParaRPr lang="pt-BR" dirty="0"/>
          </a:p>
          <a:p>
            <a:r>
              <a:rPr lang="pt-BR" dirty="0"/>
              <a:t>VM standard </a:t>
            </a:r>
            <a:r>
              <a:rPr lang="pt-BR" dirty="0" err="1"/>
              <a:t>mapping</a:t>
            </a:r>
            <a:r>
              <a:rPr lang="pt-BR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para testes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interagir com outros programas do computador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736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B685F9-7665-42D5-A7FF-C968935170E9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164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1ECD507-4454-A040-823C-332DC6AC7463}" type="slidenum">
              <a:rPr lang="he-IL" sz="1000">
                <a:latin typeface="Times New Roman" charset="0"/>
              </a:rPr>
              <a:pPr/>
              <a:t>14</a:t>
            </a:fld>
            <a:endParaRPr lang="en-US" sz="1000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89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997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B640DF2-1921-0940-A108-9DC9968C1B46}" type="slidenum">
              <a:rPr lang="he-IL" sz="1000">
                <a:latin typeface="Times New Roman" charset="0"/>
              </a:rPr>
              <a:pPr/>
              <a:t>17</a:t>
            </a:fld>
            <a:endParaRPr lang="en-US" sz="100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7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CA8E328-D0F3-354A-8E33-DA4021FC54DF}" type="slidenum">
              <a:rPr lang="he-IL" sz="1000">
                <a:latin typeface="Times New Roman" charset="0"/>
              </a:rPr>
              <a:pPr/>
              <a:t>18</a:t>
            </a:fld>
            <a:endParaRPr lang="en-US" sz="1000">
              <a:latin typeface="Times New Roman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46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D9F3C4C-6C9B-474E-B60C-A1530513CF60}" type="slidenum">
              <a:rPr lang="he-IL" sz="1000">
                <a:latin typeface="Times New Roman" charset="0"/>
              </a:rPr>
              <a:pPr/>
              <a:t>19</a:t>
            </a:fld>
            <a:endParaRPr lang="en-US" sz="100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01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4/29/26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4/29/26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4/29/26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4/29/26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4/29/26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pPr/>
              <a:t>4/29/26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4/29/26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7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tiff"/><Relationship Id="rId4" Type="http://schemas.openxmlformats.org/officeDocument/2006/relationships/diagramLayout" Target="../diagrams/layout1.xml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pxx.co/ctb/hp12c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Aula – Máquina Virtual</a:t>
            </a:r>
          </a:p>
          <a:p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50800" y="4539921"/>
            <a:ext cx="90932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50" dirty="0">
                <a:solidFill>
                  <a:schemeClr val="bg1"/>
                </a:solidFill>
              </a:rPr>
              <a:t>"Programadores são criadores de universos da qual só eles são responsáveis. Universos de complexidade praticamente ilimitada podem ser criados sob a forma de programas de computador".</a:t>
            </a:r>
            <a:br>
              <a:rPr lang="pt-BR" sz="1650" dirty="0">
                <a:solidFill>
                  <a:schemeClr val="bg1"/>
                </a:solidFill>
              </a:rPr>
            </a:br>
            <a:r>
              <a:rPr lang="en-US" sz="1650" dirty="0">
                <a:solidFill>
                  <a:schemeClr val="bg1"/>
                </a:solidFill>
              </a:rPr>
              <a:t>"Programmers are creators of universes for which they alone are responsible. Universes of virtually unlimited complexity can be created in the form of computer programs."</a:t>
            </a:r>
          </a:p>
          <a:p>
            <a:r>
              <a:rPr lang="en-US" sz="1650" b="1" dirty="0">
                <a:solidFill>
                  <a:schemeClr val="bg1"/>
                </a:solidFill>
              </a:rPr>
              <a:t>Joseph </a:t>
            </a:r>
            <a:r>
              <a:rPr lang="en-US" sz="1650" b="1" dirty="0" err="1">
                <a:solidFill>
                  <a:schemeClr val="bg1"/>
                </a:solidFill>
              </a:rPr>
              <a:t>Weizenbaum</a:t>
            </a:r>
            <a:r>
              <a:rPr lang="en-US" sz="1650" b="1" dirty="0">
                <a:solidFill>
                  <a:schemeClr val="bg1"/>
                </a:solidFill>
              </a:rPr>
              <a:t> </a:t>
            </a:r>
            <a:r>
              <a:rPr lang="en-US" sz="1650" dirty="0">
                <a:solidFill>
                  <a:schemeClr val="bg1"/>
                </a:solidFill>
              </a:rPr>
              <a:t>(1923-2008), </a:t>
            </a:r>
            <a:r>
              <a:rPr lang="en-US" sz="1650" dirty="0" err="1">
                <a:solidFill>
                  <a:schemeClr val="bg1"/>
                </a:solidFill>
              </a:rPr>
              <a:t>Cientista</a:t>
            </a:r>
            <a:r>
              <a:rPr lang="en-US" sz="1650" dirty="0">
                <a:solidFill>
                  <a:schemeClr val="bg1"/>
                </a:solidFill>
              </a:rPr>
              <a:t> da </a:t>
            </a:r>
            <a:r>
              <a:rPr lang="en-US" sz="1650" dirty="0" err="1">
                <a:solidFill>
                  <a:schemeClr val="bg1"/>
                </a:solidFill>
              </a:rPr>
              <a:t>Computação</a:t>
            </a:r>
            <a:r>
              <a:rPr lang="en-US" sz="1650" dirty="0">
                <a:solidFill>
                  <a:schemeClr val="bg1"/>
                </a:solidFill>
              </a:rPr>
              <a:t> </a:t>
            </a:r>
          </a:p>
          <a:p>
            <a:r>
              <a:rPr lang="pt-BR" sz="1650" b="1" dirty="0">
                <a:solidFill>
                  <a:schemeClr val="bg1"/>
                </a:solidFill>
              </a:rPr>
              <a:t>apud </a:t>
            </a:r>
            <a:r>
              <a:rPr lang="pt-BR" sz="1650" b="1" dirty="0" err="1">
                <a:solidFill>
                  <a:schemeClr val="bg1"/>
                </a:solidFill>
              </a:rPr>
              <a:t>Nisan</a:t>
            </a:r>
            <a:r>
              <a:rPr lang="pt-BR" sz="1650" b="1" dirty="0">
                <a:solidFill>
                  <a:schemeClr val="bg1"/>
                </a:solidFill>
              </a:rPr>
              <a:t>, N. &amp; </a:t>
            </a:r>
            <a:r>
              <a:rPr lang="pt-BR" sz="1650" b="1" dirty="0" err="1">
                <a:solidFill>
                  <a:schemeClr val="bg1"/>
                </a:solidFill>
              </a:rPr>
              <a:t>Schocken</a:t>
            </a:r>
            <a:r>
              <a:rPr lang="pt-BR" sz="1650" b="1" dirty="0">
                <a:solidFill>
                  <a:schemeClr val="bg1"/>
                </a:solidFill>
              </a:rPr>
              <a:t>, S. 2005. </a:t>
            </a:r>
            <a:r>
              <a:rPr lang="en-US" sz="1650" b="1" dirty="0">
                <a:solidFill>
                  <a:schemeClr val="bg1"/>
                </a:solidFill>
              </a:rPr>
              <a:t>Elements of Computing Systems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/>
              <a:t>Engenharia </a:t>
            </a:r>
            <a:r>
              <a:rPr lang="pt-BR" dirty="0"/>
              <a:t>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921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Aprendizado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3406942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pt-BR" sz="2800" dirty="0"/>
              <a:t>Distinguir Máquinas Virtuais;</a:t>
            </a:r>
          </a:p>
          <a:p>
            <a:pPr marL="457200" indent="-457200">
              <a:buFont typeface="Arial"/>
              <a:buChar char="•"/>
            </a:pPr>
            <a:r>
              <a:rPr lang="pt-BR" sz="2800" dirty="0"/>
              <a:t>Trabalhar com Máquina a Pilha.</a:t>
            </a:r>
          </a:p>
          <a:p>
            <a:pPr marL="457200" indent="-457200">
              <a:buFont typeface="Arial"/>
              <a:buChar char="•"/>
            </a:pPr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228176" y="5928197"/>
            <a:ext cx="863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Conteúdo(</a:t>
            </a:r>
            <a:r>
              <a:rPr lang="pt-BR" b="1" dirty="0" err="1"/>
              <a:t>s</a:t>
            </a:r>
            <a:r>
              <a:rPr lang="pt-BR" b="1" dirty="0"/>
              <a:t>): </a:t>
            </a:r>
            <a:r>
              <a:rPr lang="pt-BR" dirty="0"/>
              <a:t>Interrupções; Autômatos de Pilha;</a:t>
            </a:r>
          </a:p>
        </p:txBody>
      </p:sp>
    </p:spTree>
    <p:extLst>
      <p:ext uri="{BB962C8B-B14F-4D97-AF65-F5344CB8AC3E}">
        <p14:creationId xmlns:p14="http://schemas.microsoft.com/office/powerpoint/2010/main" val="201304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de Abstração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666266"/>
              </p:ext>
            </p:extLst>
          </p:nvPr>
        </p:nvGraphicFramePr>
        <p:xfrm>
          <a:off x="2392353" y="1554095"/>
          <a:ext cx="3693169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67336" y="1094703"/>
            <a:ext cx="1572867" cy="2021984"/>
            <a:chOff x="6167336" y="1094703"/>
            <a:chExt cx="1572867" cy="2021984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167336" y="1554095"/>
              <a:ext cx="807700" cy="156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Java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JRE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 err="1">
                  <a:latin typeface="Arial Hebrew" charset="-79"/>
                  <a:ea typeface="Arial Hebrew" charset="-79"/>
                  <a:cs typeface="Arial Hebrew" charset="-79"/>
                </a:rPr>
                <a:t>javac</a:t>
              </a: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 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JVM</a:t>
              </a:r>
            </a:p>
          </p:txBody>
        </p:sp>
        <p:pic>
          <p:nvPicPr>
            <p:cNvPr id="17" name="Picture 13" descr="Bouquet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3898" y="1094703"/>
              <a:ext cx="569852" cy="511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blipFill dpi="0" rotWithShape="0">
                    <a:blip r:embed="rId9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85897" y="1120463"/>
              <a:ext cx="458350" cy="458350"/>
            </a:xfrm>
            <a:prstGeom prst="rect">
              <a:avLst/>
            </a:prstGeom>
          </p:spPr>
        </p:pic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977446" y="1554095"/>
              <a:ext cx="762757" cy="156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C#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.NET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 err="1">
                  <a:latin typeface="Arial Hebrew" charset="-79"/>
                  <a:ea typeface="Arial Hebrew" charset="-79"/>
                  <a:cs typeface="Arial Hebrew" charset="-79"/>
                </a:rPr>
                <a:t>csc</a:t>
              </a: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 </a:t>
              </a:r>
            </a:p>
            <a:p>
              <a:pPr>
                <a:spcBef>
                  <a:spcPts val="400"/>
                </a:spcBef>
                <a:buClr>
                  <a:srgbClr val="000066"/>
                </a:buClr>
                <a:buSzPct val="100000"/>
              </a:pPr>
              <a:r>
                <a:rPr lang="en-US" sz="2200" b="1" dirty="0">
                  <a:latin typeface="Arial Hebrew" charset="-79"/>
                  <a:ea typeface="Arial Hebrew" charset="-79"/>
                  <a:cs typeface="Arial Hebrew" charset="-79"/>
                </a:rPr>
                <a:t>CLR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550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5706143" cy="738685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Linguagem para máquina virtual usada pelo Pascal-P.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641431" y="1185333"/>
            <a:ext cx="2058737" cy="502496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3        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ENT 1 L 4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ENT 2 L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LODI 0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LDCI 1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ADI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STRI 0 5  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RETP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4=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5= 7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I 10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ENT 1 L 7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ENT 2 L 8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MST 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CUP 0 L 3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RETP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7= 9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8=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Q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I0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MST 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CUP 0 L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STP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Q</a:t>
            </a:r>
          </a:p>
        </p:txBody>
      </p:sp>
      <p:sp>
        <p:nvSpPr>
          <p:cNvPr id="7" name="Rectangle 6"/>
          <p:cNvSpPr/>
          <p:nvPr/>
        </p:nvSpPr>
        <p:spPr>
          <a:xfrm>
            <a:off x="7347093" y="1007347"/>
            <a:ext cx="647413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p-code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15" y="2332156"/>
            <a:ext cx="5048602" cy="407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81" y="1485900"/>
            <a:ext cx="5732059" cy="4724400"/>
          </a:xfrm>
        </p:spPr>
        <p:txBody>
          <a:bodyPr>
            <a:normAutofit/>
          </a:bodyPr>
          <a:lstStyle/>
          <a:p>
            <a:r>
              <a:rPr lang="pt-BR" sz="2400" dirty="0"/>
              <a:t>Linguagem orientada a </a:t>
            </a:r>
            <a:r>
              <a:rPr lang="pt-BR" sz="2400"/>
              <a:t>objetos que roda sobre um Maquina Virtual.</a:t>
            </a: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6162842" y="2408321"/>
            <a:ext cx="2753895" cy="255454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o-RO" sz="2000" dirty="0"/>
              <a:t>iconst_0      // 03</a:t>
            </a:r>
          </a:p>
          <a:p>
            <a:r>
              <a:rPr lang="ro-RO" sz="2000" dirty="0"/>
              <a:t>istore_0      // 3b</a:t>
            </a:r>
          </a:p>
          <a:p>
            <a:r>
              <a:rPr lang="ro-RO" sz="2000" dirty="0"/>
              <a:t>iinc 0, 1     // 84 00 01</a:t>
            </a:r>
          </a:p>
          <a:p>
            <a:r>
              <a:rPr lang="ro-RO" sz="2000" dirty="0"/>
              <a:t>iload_0       // 1a</a:t>
            </a:r>
          </a:p>
          <a:p>
            <a:r>
              <a:rPr lang="ro-RO" sz="2000" dirty="0"/>
              <a:t>iconst_2      // 05</a:t>
            </a:r>
          </a:p>
          <a:p>
            <a:r>
              <a:rPr lang="ro-RO" sz="2000" dirty="0"/>
              <a:t>imul          // 68</a:t>
            </a:r>
          </a:p>
          <a:p>
            <a:r>
              <a:rPr lang="ro-RO" sz="2000" dirty="0"/>
              <a:t>istore_0      // 3b</a:t>
            </a:r>
          </a:p>
          <a:p>
            <a:r>
              <a:rPr lang="ro-RO" sz="2000" dirty="0"/>
              <a:t>goto -7       // a7 ff f9</a:t>
            </a:r>
            <a:endParaRPr lang="pt-BR" sz="2000" dirty="0"/>
          </a:p>
        </p:txBody>
      </p:sp>
      <p:sp>
        <p:nvSpPr>
          <p:cNvPr id="8" name="Rectangle 7"/>
          <p:cNvSpPr/>
          <p:nvPr/>
        </p:nvSpPr>
        <p:spPr>
          <a:xfrm>
            <a:off x="7067693" y="2210499"/>
            <a:ext cx="87339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bytecode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86" y="2563125"/>
            <a:ext cx="5766014" cy="38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2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5293171" cy="4724400"/>
          </a:xfrm>
        </p:spPr>
        <p:txBody>
          <a:bodyPr>
            <a:noAutofit/>
          </a:bodyPr>
          <a:lstStyle/>
          <a:p>
            <a:r>
              <a:rPr lang="pt-BR" sz="2200" dirty="0"/>
              <a:t>O framework .NET permite o desenvolvimento em um conjunto de linguagens para rodar um uma máquina virtual.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5750371" y="1062189"/>
            <a:ext cx="2941053" cy="535531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dirty="0"/>
              <a:t>0.method private </a:t>
            </a:r>
            <a:r>
              <a:rPr lang="en-US" dirty="0" err="1"/>
              <a:t>hidebysig</a:t>
            </a:r>
            <a:r>
              <a:rPr lang="en-US" dirty="0"/>
              <a:t> static void  'add'() </a:t>
            </a:r>
            <a:r>
              <a:rPr lang="en-US" dirty="0" err="1"/>
              <a:t>cil</a:t>
            </a:r>
            <a:r>
              <a:rPr lang="en-US" dirty="0"/>
              <a:t> managed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.</a:t>
            </a:r>
            <a:r>
              <a:rPr lang="en-US" dirty="0" err="1"/>
              <a:t>maxstack</a:t>
            </a:r>
            <a:r>
              <a:rPr lang="en-US" dirty="0"/>
              <a:t>  2</a:t>
            </a:r>
          </a:p>
          <a:p>
            <a:r>
              <a:rPr lang="en-US" dirty="0"/>
              <a:t>  .locals </a:t>
            </a:r>
            <a:r>
              <a:rPr lang="en-US" dirty="0" err="1"/>
              <a:t>init</a:t>
            </a:r>
            <a:r>
              <a:rPr lang="en-US" dirty="0"/>
              <a:t> ([0] int32 value1,</a:t>
            </a:r>
          </a:p>
          <a:p>
            <a:r>
              <a:rPr lang="en-US" dirty="0"/>
              <a:t>           [1] int32 value2,</a:t>
            </a:r>
          </a:p>
          <a:p>
            <a:r>
              <a:rPr lang="en-US" dirty="0"/>
              <a:t>           [2] int32 value3)</a:t>
            </a:r>
          </a:p>
          <a:p>
            <a:r>
              <a:rPr lang="en-US" dirty="0"/>
              <a:t>  IL_0000:  </a:t>
            </a:r>
            <a:r>
              <a:rPr lang="en-US" dirty="0" err="1"/>
              <a:t>nop</a:t>
            </a:r>
            <a:endParaRPr lang="en-US" dirty="0"/>
          </a:p>
          <a:p>
            <a:r>
              <a:rPr lang="en-US" dirty="0"/>
              <a:t>  IL_0001:  ldc.i4.s   10</a:t>
            </a:r>
          </a:p>
          <a:p>
            <a:r>
              <a:rPr lang="en-US" dirty="0"/>
              <a:t>  IL_0003:  stloc.0</a:t>
            </a:r>
          </a:p>
          <a:p>
            <a:r>
              <a:rPr lang="en-US" dirty="0"/>
              <a:t>  IL_0004:  ldc.i4.s   20</a:t>
            </a:r>
          </a:p>
          <a:p>
            <a:r>
              <a:rPr lang="en-US" dirty="0"/>
              <a:t>  IL_0006:  stloc.1 0</a:t>
            </a:r>
          </a:p>
          <a:p>
            <a:r>
              <a:rPr lang="en-US" dirty="0"/>
              <a:t>  IL_0007:  ldloc.0</a:t>
            </a:r>
          </a:p>
          <a:p>
            <a:r>
              <a:rPr lang="en-US" dirty="0"/>
              <a:t>  IL_0008:  ldloc.1</a:t>
            </a:r>
          </a:p>
          <a:p>
            <a:r>
              <a:rPr lang="en-US" dirty="0"/>
              <a:t>  IL_0009:  add</a:t>
            </a:r>
          </a:p>
          <a:p>
            <a:r>
              <a:rPr lang="en-US" dirty="0"/>
              <a:t>  IL_000a:  stloc.2</a:t>
            </a:r>
          </a:p>
          <a:p>
            <a:r>
              <a:rPr lang="en-US" dirty="0"/>
              <a:t>  IL_000b:  ret </a:t>
            </a:r>
          </a:p>
          <a:p>
            <a:r>
              <a:rPr lang="en-US" dirty="0"/>
              <a:t>}</a:t>
            </a:r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6867027" y="856009"/>
            <a:ext cx="28212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CIL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8" y="3090128"/>
            <a:ext cx="4811418" cy="33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370865" cy="4724400"/>
          </a:xfrm>
        </p:spPr>
        <p:txBody>
          <a:bodyPr>
            <a:normAutofit/>
          </a:bodyPr>
          <a:lstStyle/>
          <a:p>
            <a:r>
              <a:rPr lang="pt-BR" sz="2800" b="1" dirty="0"/>
              <a:t>Alto Nível</a:t>
            </a:r>
          </a:p>
          <a:p>
            <a:pPr lvl="1"/>
            <a:r>
              <a:rPr lang="pt-BR" sz="2400" dirty="0"/>
              <a:t>Front </a:t>
            </a:r>
            <a:r>
              <a:rPr lang="pt-BR" sz="2400" dirty="0" err="1"/>
              <a:t>end</a:t>
            </a:r>
            <a:endParaRPr lang="pt-BR" sz="2400" dirty="0"/>
          </a:p>
          <a:p>
            <a:pPr lvl="1"/>
            <a:r>
              <a:rPr lang="pt-BR" sz="2400" dirty="0"/>
              <a:t>Tradutor (Compilador + </a:t>
            </a:r>
            <a:r>
              <a:rPr lang="pt-BR" sz="2400" dirty="0" err="1"/>
              <a:t>StdLib</a:t>
            </a:r>
            <a:r>
              <a:rPr lang="pt-BR" sz="2400" dirty="0"/>
              <a:t>)</a:t>
            </a:r>
          </a:p>
          <a:p>
            <a:r>
              <a:rPr lang="pt-BR" sz="2800" b="1" dirty="0"/>
              <a:t>Código Intermediário</a:t>
            </a:r>
          </a:p>
          <a:p>
            <a:pPr lvl="1"/>
            <a:r>
              <a:rPr lang="pt-BR" sz="2400" dirty="0"/>
              <a:t>Back </a:t>
            </a:r>
            <a:r>
              <a:rPr lang="pt-BR" sz="2400" dirty="0" err="1"/>
              <a:t>end</a:t>
            </a:r>
            <a:endParaRPr lang="pt-BR" sz="2400" dirty="0"/>
          </a:p>
          <a:p>
            <a:pPr lvl="1"/>
            <a:r>
              <a:rPr lang="pt-BR" sz="2400" dirty="0"/>
              <a:t>Tradução/Interpretação de Código Intermediário</a:t>
            </a:r>
          </a:p>
          <a:p>
            <a:r>
              <a:rPr lang="pt-BR" sz="2800" b="1" dirty="0"/>
              <a:t>Linguagem de Máquina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24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Dois tipos de máquinas virtuais:</a:t>
            </a:r>
          </a:p>
          <a:p>
            <a:endParaRPr lang="pt-BR" sz="2800" dirty="0"/>
          </a:p>
          <a:p>
            <a:pPr marL="1028700" lvl="1">
              <a:buFont typeface="Arial"/>
              <a:buChar char="•"/>
            </a:pPr>
            <a:r>
              <a:rPr lang="en-US" sz="3200" dirty="0"/>
              <a:t>System Virtual Machine </a:t>
            </a:r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1028700" lvl="1">
              <a:buFont typeface="Arial"/>
              <a:buChar char="•"/>
            </a:pPr>
            <a:r>
              <a:rPr lang="en-US" sz="3200" dirty="0"/>
              <a:t>Process Virtual Machine </a:t>
            </a:r>
          </a:p>
          <a:p>
            <a:r>
              <a:rPr lang="en-US" sz="2400" dirty="0"/>
              <a:t>	    (</a:t>
            </a:r>
            <a:r>
              <a:rPr lang="pt-BR" sz="2400" dirty="0"/>
              <a:t>ou</a:t>
            </a:r>
            <a:r>
              <a:rPr lang="en-US" sz="2400" dirty="0"/>
              <a:t> Language Virtual Machine)</a:t>
            </a:r>
          </a:p>
          <a:p>
            <a:r>
              <a:rPr lang="en-US" sz="2400" dirty="0"/>
              <a:t>	    (</a:t>
            </a:r>
            <a:r>
              <a:rPr lang="pt-BR" sz="2400" dirty="0"/>
              <a:t>ou</a:t>
            </a:r>
            <a:r>
              <a:rPr lang="en-US" sz="2400" dirty="0"/>
              <a:t> Application Virtual Machine)</a:t>
            </a:r>
          </a:p>
          <a:p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231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Traduzem programas de alto-nível. </a:t>
            </a:r>
          </a:p>
          <a:p>
            <a:endParaRPr lang="pt-BR" sz="2800" dirty="0"/>
          </a:p>
          <a:p>
            <a:pPr marL="342900" indent="-342900">
              <a:buFont typeface="Arial"/>
              <a:buChar char="•"/>
            </a:pPr>
            <a:r>
              <a:rPr lang="pt-BR" sz="2800" dirty="0"/>
              <a:t>Diretamente: tem uma forte dependência entre linguagem e arquitetura. </a:t>
            </a:r>
          </a:p>
          <a:p>
            <a:pPr marL="342900" indent="-342900">
              <a:buFont typeface="Arial"/>
              <a:buChar char="•"/>
            </a:pPr>
            <a:endParaRPr lang="pt-BR" sz="2800" dirty="0"/>
          </a:p>
          <a:p>
            <a:pPr marL="342900" indent="-342900">
              <a:buFont typeface="Arial"/>
              <a:buChar char="•"/>
            </a:pPr>
            <a:r>
              <a:rPr lang="pt-BR" sz="2800" dirty="0"/>
              <a:t>Por uma linguagem intermediária: Facilita o código ser transportado para outras arquiteturas.</a:t>
            </a:r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09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6362" y="6440286"/>
            <a:ext cx="712492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Compilação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4927341" y="1689863"/>
            <a:ext cx="3895246" cy="639762"/>
          </a:xfrm>
        </p:spPr>
        <p:txBody>
          <a:bodyPr/>
          <a:lstStyle/>
          <a:p>
            <a:pPr algn="ctr"/>
            <a:r>
              <a:rPr lang="pt-BR" sz="1800" dirty="0"/>
              <a:t>Compilação de 2 níveis</a:t>
            </a:r>
          </a:p>
          <a:p>
            <a:pPr algn="ctr"/>
            <a:r>
              <a:rPr lang="en-US" sz="1800" dirty="0"/>
              <a:t>(2-tier compilation)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57200" y="1689863"/>
            <a:ext cx="3840654" cy="639762"/>
          </a:xfrm>
        </p:spPr>
        <p:txBody>
          <a:bodyPr/>
          <a:lstStyle/>
          <a:p>
            <a:pPr algn="ctr"/>
            <a:r>
              <a:rPr lang="pt-BR" sz="1800" dirty="0"/>
              <a:t>Compilação Direta</a:t>
            </a:r>
          </a:p>
          <a:p>
            <a:pPr algn="ctr"/>
            <a:r>
              <a:rPr lang="en-US" sz="1800" dirty="0"/>
              <a:t>(direct compilation)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386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79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608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9428" y="6132408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304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3</a:t>
            </a:r>
          </a:p>
        </p:txBody>
      </p:sp>
      <p:pic>
        <p:nvPicPr>
          <p:cNvPr id="16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47" y="5188435"/>
            <a:ext cx="943973" cy="943973"/>
          </a:xfr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1" y="5567923"/>
            <a:ext cx="564485" cy="5644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148" y="5593368"/>
            <a:ext cx="730845" cy="539040"/>
          </a:xfrm>
          <a:prstGeom prst="rect">
            <a:avLst/>
          </a:prstGeom>
        </p:spPr>
      </p:pic>
      <p:cxnSp>
        <p:nvCxnSpPr>
          <p:cNvPr id="20" name="Straight Arrow Connector 19"/>
          <p:cNvCxnSpPr>
            <a:stCxn id="11" idx="2"/>
            <a:endCxn id="16" idx="0"/>
          </p:cNvCxnSpPr>
          <p:nvPr/>
        </p:nvCxnSpPr>
        <p:spPr>
          <a:xfrm flipH="1">
            <a:off x="1027234" y="2917981"/>
            <a:ext cx="274040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2"/>
          </p:cNvCxnSpPr>
          <p:nvPr/>
        </p:nvCxnSpPr>
        <p:spPr>
          <a:xfrm>
            <a:off x="1301274" y="2917981"/>
            <a:ext cx="964254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</p:cNvCxnSpPr>
          <p:nvPr/>
        </p:nvCxnSpPr>
        <p:spPr>
          <a:xfrm flipH="1">
            <a:off x="3616657" y="2917981"/>
            <a:ext cx="62310" cy="2240873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2"/>
          </p:cNvCxnSpPr>
          <p:nvPr/>
        </p:nvCxnSpPr>
        <p:spPr>
          <a:xfrm>
            <a:off x="1301274" y="2917981"/>
            <a:ext cx="2060762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2"/>
          </p:cNvCxnSpPr>
          <p:nvPr/>
        </p:nvCxnSpPr>
        <p:spPr>
          <a:xfrm flipH="1">
            <a:off x="2524836" y="2917981"/>
            <a:ext cx="1154131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2"/>
          </p:cNvCxnSpPr>
          <p:nvPr/>
        </p:nvCxnSpPr>
        <p:spPr>
          <a:xfrm flipH="1">
            <a:off x="1201003" y="2917981"/>
            <a:ext cx="2477964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372183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9876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92405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59225" y="6132408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85101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3</a:t>
            </a:r>
          </a:p>
        </p:txBody>
      </p:sp>
      <p:pic>
        <p:nvPicPr>
          <p:cNvPr id="93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044" y="5188435"/>
            <a:ext cx="943973" cy="943973"/>
          </a:xfr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608" y="5567923"/>
            <a:ext cx="564485" cy="564485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945" y="5593368"/>
            <a:ext cx="730845" cy="539040"/>
          </a:xfrm>
          <a:prstGeom prst="rect">
            <a:avLst/>
          </a:prstGeom>
        </p:spPr>
      </p:pic>
      <p:cxnSp>
        <p:nvCxnSpPr>
          <p:cNvPr id="99" name="Straight Arrow Connector 98"/>
          <p:cNvCxnSpPr/>
          <p:nvPr/>
        </p:nvCxnSpPr>
        <p:spPr>
          <a:xfrm>
            <a:off x="5991071" y="2917981"/>
            <a:ext cx="667412" cy="71867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>
            <a:off x="7560860" y="2917981"/>
            <a:ext cx="807904" cy="71867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6189017" y="3780430"/>
            <a:ext cx="2054231" cy="559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Linguagem Intermediária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328848" y="4421875"/>
            <a:ext cx="859809" cy="1050877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5882185" y="4435522"/>
            <a:ext cx="1105469" cy="900753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>
            <a:off x="7069541" y="4449170"/>
            <a:ext cx="95534" cy="996287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9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Compartilhando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385175" cy="4808324"/>
          </a:xfrm>
        </p:spPr>
        <p:txBody>
          <a:bodyPr>
            <a:noAutofit/>
          </a:bodyPr>
          <a:lstStyle/>
          <a:p>
            <a:r>
              <a:rPr lang="pt-BR" sz="2800" dirty="0"/>
              <a:t>Códigos em diferentes linguagem podem compartilhar um </a:t>
            </a:r>
            <a:r>
              <a:rPr lang="pt-BR" sz="2800" dirty="0" err="1"/>
              <a:t>backend</a:t>
            </a:r>
            <a:r>
              <a:rPr lang="pt-BR" sz="2800" dirty="0"/>
              <a:t>. Por exemplo:</a:t>
            </a:r>
          </a:p>
          <a:p>
            <a:endParaRPr lang="pt-BR" sz="2800" dirty="0"/>
          </a:p>
          <a:p>
            <a:pPr>
              <a:spcAft>
                <a:spcPts val="600"/>
              </a:spcAft>
            </a:pPr>
            <a:r>
              <a:rPr lang="pt-BR" sz="2800" b="1" dirty="0"/>
              <a:t>JVM: </a:t>
            </a:r>
            <a:r>
              <a:rPr lang="pt-BR" sz="2800" dirty="0"/>
              <a:t> </a:t>
            </a:r>
            <a:br>
              <a:rPr lang="pt-BR" sz="2800" dirty="0"/>
            </a:br>
            <a:r>
              <a:rPr lang="pt-BR" sz="2800" dirty="0"/>
              <a:t>	Java, Scala e </a:t>
            </a:r>
            <a:r>
              <a:rPr lang="pt-BR" sz="2800" dirty="0" err="1"/>
              <a:t>Clojure</a:t>
            </a:r>
            <a:endParaRPr lang="pt-BR" sz="2800" dirty="0"/>
          </a:p>
          <a:p>
            <a:pPr>
              <a:spcAft>
                <a:spcPts val="600"/>
              </a:spcAft>
            </a:pPr>
            <a:endParaRPr lang="pt-BR" sz="2800" dirty="0"/>
          </a:p>
          <a:p>
            <a:pPr>
              <a:spcAft>
                <a:spcPts val="600"/>
              </a:spcAft>
            </a:pPr>
            <a:r>
              <a:rPr lang="pt-BR" sz="2800" b="1" dirty="0"/>
              <a:t>.NET Framework:</a:t>
            </a:r>
            <a:r>
              <a:rPr lang="pt-BR" sz="2800" dirty="0"/>
              <a:t> </a:t>
            </a:r>
          </a:p>
          <a:p>
            <a:pPr>
              <a:spcAft>
                <a:spcPts val="600"/>
              </a:spcAft>
            </a:pPr>
            <a:r>
              <a:rPr lang="pt-BR" sz="2800" dirty="0"/>
              <a:t>	C#, F#, Visual Basic.NET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693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da Linguagem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743074"/>
            <a:ext cx="8029575" cy="4467225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800" dirty="0"/>
              <a:t>Aritméticas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Acesso a memória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Fluxo de execução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Chamada de sub-rotinas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87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de Pilha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205748"/>
          </a:xfrm>
        </p:spPr>
        <p:txBody>
          <a:bodyPr/>
          <a:lstStyle/>
          <a:p>
            <a:r>
              <a:rPr lang="pt-BR" dirty="0"/>
              <a:t>Para o funcionamento de pilhas existem duas operações principais:</a:t>
            </a:r>
          </a:p>
          <a:p>
            <a:pPr lvl="1"/>
            <a:r>
              <a:rPr lang="pt-BR" dirty="0"/>
              <a:t>PUSH - insere um elemento no topo da pilha</a:t>
            </a:r>
          </a:p>
          <a:p>
            <a:pPr lvl="1"/>
            <a:r>
              <a:rPr lang="pt-BR" dirty="0"/>
              <a:t>POP - retira elemento do topo da pilha.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33" name="Group 32"/>
          <p:cNvGrpSpPr/>
          <p:nvPr/>
        </p:nvGrpSpPr>
        <p:grpSpPr>
          <a:xfrm>
            <a:off x="520710" y="3232296"/>
            <a:ext cx="2592288" cy="2667988"/>
            <a:chOff x="2483768" y="3645024"/>
            <a:chExt cx="3240360" cy="2667988"/>
          </a:xfrm>
        </p:grpSpPr>
        <p:sp>
          <p:nvSpPr>
            <p:cNvPr id="15" name="Rounded Rectangle 14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483768" y="3645024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  <p:cxnSp>
          <p:nvCxnSpPr>
            <p:cNvPr id="30" name="Curved Connector 29"/>
            <p:cNvCxnSpPr/>
            <p:nvPr/>
          </p:nvCxnSpPr>
          <p:spPr>
            <a:xfrm>
              <a:off x="4283968" y="3933056"/>
              <a:ext cx="492979" cy="684076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902719" y="3654464"/>
            <a:ext cx="1440160" cy="2235940"/>
            <a:chOff x="3923928" y="4077072"/>
            <a:chExt cx="1809675" cy="2235940"/>
          </a:xfrm>
        </p:grpSpPr>
        <p:sp>
          <p:nvSpPr>
            <p:cNvPr id="35" name="Rounded Rectangle 34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933403" y="4077072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65139" y="3245944"/>
            <a:ext cx="2376264" cy="2667988"/>
            <a:chOff x="3923928" y="3645024"/>
            <a:chExt cx="3003492" cy="2667988"/>
          </a:xfrm>
        </p:grpSpPr>
        <p:sp>
          <p:nvSpPr>
            <p:cNvPr id="41" name="Rounded Rectangle 40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127220" y="3645024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  <p:cxnSp>
          <p:nvCxnSpPr>
            <p:cNvPr id="45" name="Curved Connector 44"/>
            <p:cNvCxnSpPr/>
            <p:nvPr/>
          </p:nvCxnSpPr>
          <p:spPr>
            <a:xfrm flipH="1">
              <a:off x="4634241" y="3933056"/>
              <a:ext cx="492979" cy="684076"/>
            </a:xfrm>
            <a:prstGeom prst="curvedConnector2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>
          <a:xfrm>
            <a:off x="2176894" y="3376312"/>
            <a:ext cx="648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7742" y="3493906"/>
            <a:ext cx="556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50163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comandos em linguagem de pilha: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78211" name="Picture 3" descr="Bouque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9" t="53397" r="20313" b="33683"/>
          <a:stretch/>
        </p:blipFill>
        <p:spPr bwMode="auto">
          <a:xfrm>
            <a:off x="6860059" y="661246"/>
            <a:ext cx="1411398" cy="121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r:embed="rId8"/>
                  <a:srcRect l="18750" t="35484" r="20313" b="29031"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9853" y="2073493"/>
          <a:ext cx="7701567" cy="4222530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475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Comando</a:t>
                      </a:r>
                      <a:endParaRPr lang="en-US" sz="2700" b="1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Operação</a:t>
                      </a:r>
                      <a:endParaRPr lang="en-US" sz="2700" b="1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Comentário</a:t>
                      </a:r>
                      <a:endParaRPr lang="en-US" sz="2700" b="1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add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x + y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sub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-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neg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-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eq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==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igualdade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gt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&gt;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maior que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lt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&lt;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menor que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and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x &amp; y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bit-wise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or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2700" u="none" strike="noStrike">
                          <a:effectLst/>
                        </a:rPr>
                        <a:t>x | y</a:t>
                      </a:r>
                      <a:endParaRPr lang="hr-HR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bit-wise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2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not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~x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bit-wise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077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RPN (Reverse Polish 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32132" cy="4724400"/>
          </a:xfrm>
        </p:spPr>
        <p:txBody>
          <a:bodyPr>
            <a:normAutofit/>
          </a:bodyPr>
          <a:lstStyle/>
          <a:p>
            <a:r>
              <a:rPr lang="pt-BR" sz="2400" dirty="0"/>
              <a:t>A Notação Polonesa Inversa, ou notação pós-fixada é usada para calcular operações aritméticas com os operadores após os operandos.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10" y="2851423"/>
            <a:ext cx="8201490" cy="299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49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Calculadoras 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934005"/>
          </a:xfrm>
        </p:spPr>
        <p:txBody>
          <a:bodyPr>
            <a:normAutofit/>
          </a:bodyPr>
          <a:lstStyle/>
          <a:p>
            <a:r>
              <a:rPr lang="pt-BR" sz="2000" dirty="0"/>
              <a:t>A HP produziu várias calculadores/computadores com a notação </a:t>
            </a:r>
            <a:r>
              <a:rPr lang="pt-BR" sz="2000"/>
              <a:t>polonesa reversa.</a:t>
            </a:r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2026455" y="6034153"/>
            <a:ext cx="45461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https://epxx.co/ctb/hp12c.html</a:t>
            </a:r>
            <a:r>
              <a:rPr lang="pt-BR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455" y="2419905"/>
            <a:ext cx="5778143" cy="364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60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pt-BR" dirty="0"/>
              <a:t>Exemplo de Acesso a Memória</a:t>
            </a:r>
            <a:endParaRPr lang="pt-BR" sz="1400" dirty="0"/>
          </a:p>
        </p:txBody>
      </p:sp>
      <p:sp>
        <p:nvSpPr>
          <p:cNvPr id="47206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474364" y="1972414"/>
          <a:ext cx="8229600" cy="434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050280" imgH="5919216" progId="Visio.Drawing.11">
                  <p:embed/>
                </p:oleObj>
              </mc:Choice>
              <mc:Fallback>
                <p:oleObj name="Visio" r:id="rId3" imgW="6050280" imgH="5919216" progId="Visio.Drawing.11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4660" b="41789"/>
                      <a:stretch>
                        <a:fillRect/>
                      </a:stretch>
                    </p:blipFill>
                    <p:spPr bwMode="auto">
                      <a:xfrm>
                        <a:off x="474364" y="1972414"/>
                        <a:ext cx="8229600" cy="434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365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Calculando Expressões Aritméticas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74116" name="Object 4"/>
          <p:cNvGraphicFramePr>
            <a:graphicFrameLocks noChangeAspect="1"/>
          </p:cNvGraphicFramePr>
          <p:nvPr/>
        </p:nvGraphicFramePr>
        <p:xfrm>
          <a:off x="1295400" y="1352688"/>
          <a:ext cx="6096000" cy="53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79336" imgH="5919216" progId="Visio.Drawing.11">
                  <p:embed/>
                </p:oleObj>
              </mc:Choice>
              <mc:Fallback>
                <p:oleObj name="Visio" r:id="rId3" imgW="6879336" imgH="5919216" progId="Visio.Drawing.11">
                  <p:embed/>
                  <p:pic>
                    <p:nvPicPr>
                      <p:cNvPr id="474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10065" r="-633" b="2518"/>
                      <a:stretch>
                        <a:fillRect/>
                      </a:stretch>
                    </p:blipFill>
                    <p:spPr bwMode="auto">
                      <a:xfrm>
                        <a:off x="1295400" y="1352688"/>
                        <a:ext cx="6096000" cy="53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468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Processando Expressões Booleanas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76163" name="Object 3"/>
          <p:cNvGraphicFramePr>
            <a:graphicFrameLocks noChangeAspect="1"/>
          </p:cNvGraphicFramePr>
          <p:nvPr/>
        </p:nvGraphicFramePr>
        <p:xfrm>
          <a:off x="1189401" y="1466997"/>
          <a:ext cx="6888354" cy="2051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79336" imgH="5919216" progId="Visio.Drawing.11">
                  <p:embed/>
                </p:oleObj>
              </mc:Choice>
              <mc:Fallback>
                <p:oleObj name="Visio" r:id="rId3" imgW="6879336" imgH="5919216" progId="Visio.Drawing.11">
                  <p:embed/>
                  <p:pic>
                    <p:nvPicPr>
                      <p:cNvPr id="476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21460" r="1454" b="49507"/>
                      <a:stretch>
                        <a:fillRect/>
                      </a:stretch>
                    </p:blipFill>
                    <p:spPr bwMode="auto">
                      <a:xfrm>
                        <a:off x="1189401" y="1466997"/>
                        <a:ext cx="6888354" cy="2051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4" name="Object 4"/>
          <p:cNvGraphicFramePr>
            <a:graphicFrameLocks noChangeAspect="1"/>
          </p:cNvGraphicFramePr>
          <p:nvPr/>
        </p:nvGraphicFramePr>
        <p:xfrm>
          <a:off x="1189400" y="3518023"/>
          <a:ext cx="6431314" cy="307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6879336" imgH="5919216" progId="Visio.Drawing.11">
                  <p:embed/>
                </p:oleObj>
              </mc:Choice>
              <mc:Fallback>
                <p:oleObj name="Visio" r:id="rId5" imgW="6879336" imgH="5919216" progId="Visio.Drawing.11">
                  <p:embed/>
                  <p:pic>
                    <p:nvPicPr>
                      <p:cNvPr id="476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51521" r="1454" b="1848"/>
                      <a:stretch>
                        <a:fillRect/>
                      </a:stretch>
                    </p:blipFill>
                    <p:spPr bwMode="auto">
                      <a:xfrm>
                        <a:off x="1189400" y="3518023"/>
                        <a:ext cx="6431314" cy="3075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3540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885" y="1485900"/>
            <a:ext cx="8352788" cy="1384968"/>
          </a:xfrm>
        </p:spPr>
        <p:txBody>
          <a:bodyPr>
            <a:normAutofit/>
          </a:bodyPr>
          <a:lstStyle/>
          <a:p>
            <a:r>
              <a:rPr lang="pt-BR" sz="2000" dirty="0"/>
              <a:t>Converta a seguinte equação para a Notação Polonesa Inversa e implemente na máquina de pilha na linguagem VM do Z0:</a:t>
            </a:r>
          </a:p>
          <a:p>
            <a:endParaRPr lang="pt-BR" sz="800" dirty="0"/>
          </a:p>
          <a:p>
            <a:r>
              <a:rPr lang="pt-BR" sz="2000" b="1" dirty="0"/>
              <a:t>  -3 + (5 + 6) - ( 4 + 3)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570025" y="3590122"/>
            <a:ext cx="2936662" cy="281205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3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neg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5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6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4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3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25688" y="2870868"/>
            <a:ext cx="461737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pt-BR" sz="2400" b="1" dirty="0">
                <a:latin typeface="Courier"/>
                <a:cs typeface="Courier"/>
              </a:rPr>
              <a:t>RPN = -3 5 6 + + 4 3 + -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63947" y="3090415"/>
          <a:ext cx="1306837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16404" y="2567132"/>
            <a:ext cx="796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pilha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9845" y="5727493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16737" y="5734363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16737" y="535159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9845" y="498663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3629" y="535846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16737" y="499350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6" name="Rectangle 15"/>
          <p:cNvSpPr/>
          <p:nvPr/>
        </p:nvSpPr>
        <p:spPr>
          <a:xfrm>
            <a:off x="6717293" y="535210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7" name="Rectangle 16"/>
          <p:cNvSpPr/>
          <p:nvPr/>
        </p:nvSpPr>
        <p:spPr>
          <a:xfrm>
            <a:off x="6710455" y="572537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4185" y="535897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0401" y="500037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4065" y="49940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1" name="Rectangle 20"/>
          <p:cNvSpPr/>
          <p:nvPr/>
        </p:nvSpPr>
        <p:spPr>
          <a:xfrm>
            <a:off x="6717849" y="53526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4741" y="535948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3" name="Rectangle 22"/>
          <p:cNvSpPr/>
          <p:nvPr/>
        </p:nvSpPr>
        <p:spPr>
          <a:xfrm>
            <a:off x="6704119" y="573224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9502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884" y="1485900"/>
            <a:ext cx="8647115" cy="1384968"/>
          </a:xfrm>
        </p:spPr>
        <p:txBody>
          <a:bodyPr>
            <a:normAutofit/>
          </a:bodyPr>
          <a:lstStyle/>
          <a:p>
            <a:r>
              <a:rPr lang="pt-BR" sz="2000" dirty="0"/>
              <a:t>Converta a seguinte expressão booleana para operações de pilha e implemente na máquina de pilha na linguagem VM do Z0:</a:t>
            </a:r>
          </a:p>
          <a:p>
            <a:endParaRPr lang="pt-BR" sz="800" dirty="0"/>
          </a:p>
          <a:p>
            <a:r>
              <a:rPr lang="is-IS" sz="2000" b="1" dirty="0"/>
              <a:t>  (10 &gt; 2) OR (5 == 6)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480281" y="3837374"/>
            <a:ext cx="2936662" cy="24622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pt-BR" sz="2200" noProof="1">
                <a:latin typeface="Courier"/>
                <a:cs typeface="Courier"/>
              </a:rPr>
              <a:t>push constant 10</a:t>
            </a:r>
          </a:p>
          <a:p>
            <a:r>
              <a:rPr lang="pt-BR" sz="2200" noProof="1">
                <a:latin typeface="Courier"/>
                <a:cs typeface="Courier"/>
              </a:rPr>
              <a:t>push constant 2</a:t>
            </a:r>
          </a:p>
          <a:p>
            <a:r>
              <a:rPr lang="pt-BR" sz="2200" noProof="1">
                <a:latin typeface="Courier"/>
                <a:cs typeface="Courier"/>
              </a:rPr>
              <a:t>gt</a:t>
            </a:r>
          </a:p>
          <a:p>
            <a:r>
              <a:rPr lang="pt-BR" sz="2200" noProof="1">
                <a:latin typeface="Courier"/>
                <a:cs typeface="Courier"/>
              </a:rPr>
              <a:t>push constant 5</a:t>
            </a:r>
          </a:p>
          <a:p>
            <a:r>
              <a:rPr lang="pt-BR" sz="2200" noProof="1">
                <a:latin typeface="Courier"/>
                <a:cs typeface="Courier"/>
              </a:rPr>
              <a:t>push constant 6</a:t>
            </a:r>
          </a:p>
          <a:p>
            <a:r>
              <a:rPr lang="pt-BR" sz="2200" noProof="1">
                <a:latin typeface="Courier"/>
                <a:cs typeface="Courier"/>
              </a:rPr>
              <a:t>eq</a:t>
            </a:r>
          </a:p>
          <a:p>
            <a:r>
              <a:rPr lang="pt-BR" sz="2200" noProof="1">
                <a:latin typeface="Courier"/>
                <a:cs typeface="Courier"/>
              </a:rPr>
              <a:t>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25688" y="3010330"/>
            <a:ext cx="313980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pt-BR" sz="2400" b="1" dirty="0">
                <a:latin typeface="Courier"/>
                <a:cs typeface="Courier"/>
              </a:rPr>
              <a:t>10 2 &gt; 5 6 </a:t>
            </a:r>
            <a:r>
              <a:rPr lang="pt-BR" sz="2400" b="1" dirty="0" err="1">
                <a:latin typeface="Courier"/>
                <a:cs typeface="Courier"/>
              </a:rPr>
              <a:t>eq</a:t>
            </a:r>
            <a:r>
              <a:rPr lang="pt-BR" sz="2400" b="1" dirty="0">
                <a:latin typeface="Courier"/>
                <a:cs typeface="Courier"/>
              </a:rPr>
              <a:t> </a:t>
            </a:r>
            <a:r>
              <a:rPr lang="pt-BR" sz="2400" b="1" dirty="0" err="1">
                <a:latin typeface="Courier"/>
                <a:cs typeface="Courier"/>
              </a:rPr>
              <a:t>or</a:t>
            </a:r>
            <a:endParaRPr lang="pt-BR" sz="2400" b="1" dirty="0">
              <a:latin typeface="Courier"/>
              <a:cs typeface="Courier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63947" y="3090415"/>
          <a:ext cx="1306837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16404" y="2567132"/>
            <a:ext cx="796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pilha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4119" y="573224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741" y="535948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783" y="572588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8405" y="535312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7" name="Rectangle 16"/>
          <p:cNvSpPr/>
          <p:nvPr/>
        </p:nvSpPr>
        <p:spPr>
          <a:xfrm>
            <a:off x="6712069" y="498955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733" y="498319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0" name="Rectangle 19"/>
          <p:cNvSpPr/>
          <p:nvPr/>
        </p:nvSpPr>
        <p:spPr>
          <a:xfrm>
            <a:off x="6723681" y="53545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17903" y="536231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4239" y="5352454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97735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8" dur="indefinite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uild="allAtOnce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16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21664</TotalTime>
  <Words>1664</Words>
  <Application>Microsoft Macintosh PowerPoint</Application>
  <PresentationFormat>On-screen Show (4:3)</PresentationFormat>
  <Paragraphs>330</Paragraphs>
  <Slides>22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Hebrew</vt:lpstr>
      <vt:lpstr>Calibri</vt:lpstr>
      <vt:lpstr>Courier</vt:lpstr>
      <vt:lpstr>Times New Roman</vt:lpstr>
      <vt:lpstr>Verdana</vt:lpstr>
      <vt:lpstr>Wingdings</vt:lpstr>
      <vt:lpstr>Personalizar design</vt:lpstr>
      <vt:lpstr>1_Personalizar design</vt:lpstr>
      <vt:lpstr>Visio</vt:lpstr>
      <vt:lpstr>PowerPoint Presentation</vt:lpstr>
      <vt:lpstr>Objetivos de Aprendizado da Aula</vt:lpstr>
      <vt:lpstr>Níveis de Abstração</vt:lpstr>
      <vt:lpstr>P-Code</vt:lpstr>
      <vt:lpstr>Java</vt:lpstr>
      <vt:lpstr>.NET</vt:lpstr>
      <vt:lpstr>Geração de Código</vt:lpstr>
      <vt:lpstr>Virtual Machine</vt:lpstr>
      <vt:lpstr>Compiladores</vt:lpstr>
      <vt:lpstr>Modelos de Compilação</vt:lpstr>
      <vt:lpstr>Compartilhando Backend</vt:lpstr>
      <vt:lpstr>Operações da Linguagem</vt:lpstr>
      <vt:lpstr>Operações de Pilha</vt:lpstr>
      <vt:lpstr>Comandos</vt:lpstr>
      <vt:lpstr>RPN (Reverse Polish Notation)</vt:lpstr>
      <vt:lpstr>Calculadoras HP</vt:lpstr>
      <vt:lpstr>Exemplo de Acesso a Memória</vt:lpstr>
      <vt:lpstr>Calculando Expressões Aritméticas</vt:lpstr>
      <vt:lpstr>Processando Expressões Booleanas</vt:lpstr>
      <vt:lpstr>Exercício Exemplo</vt:lpstr>
      <vt:lpstr>Exercício Exemplo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Pereira Soares</cp:lastModifiedBy>
  <cp:revision>677</cp:revision>
  <cp:lastPrinted>2015-05-25T01:17:28Z</cp:lastPrinted>
  <dcterms:created xsi:type="dcterms:W3CDTF">2014-04-17T20:05:08Z</dcterms:created>
  <dcterms:modified xsi:type="dcterms:W3CDTF">2026-04-30T01:10:35Z</dcterms:modified>
  <cp:category/>
</cp:coreProperties>
</file>