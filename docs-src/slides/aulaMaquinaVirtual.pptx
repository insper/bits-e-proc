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51" r:id="rId1"/>
    <p:sldMasterId id="2147483670" r:id="rId2"/>
  </p:sldMasterIdLst>
  <p:notesMasterIdLst>
    <p:notesMasterId r:id="rId25"/>
  </p:notesMasterIdLst>
  <p:handoutMasterIdLst>
    <p:handoutMasterId r:id="rId26"/>
  </p:handoutMasterIdLst>
  <p:sldIdLst>
    <p:sldId id="366" r:id="rId3"/>
    <p:sldId id="364" r:id="rId4"/>
    <p:sldId id="365" r:id="rId5"/>
    <p:sldId id="345" r:id="rId6"/>
    <p:sldId id="347" r:id="rId7"/>
    <p:sldId id="344" r:id="rId8"/>
    <p:sldId id="332" r:id="rId9"/>
    <p:sldId id="416" r:id="rId10"/>
    <p:sldId id="309" r:id="rId11"/>
    <p:sldId id="411" r:id="rId12"/>
    <p:sldId id="331" r:id="rId13"/>
    <p:sldId id="334" r:id="rId14"/>
    <p:sldId id="351" r:id="rId15"/>
    <p:sldId id="412" r:id="rId16"/>
    <p:sldId id="368" r:id="rId17"/>
    <p:sldId id="369" r:id="rId18"/>
    <p:sldId id="358" r:id="rId19"/>
    <p:sldId id="359" r:id="rId20"/>
    <p:sldId id="360" r:id="rId21"/>
    <p:sldId id="370" r:id="rId22"/>
    <p:sldId id="371" r:id="rId23"/>
    <p:sldId id="262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CBEC0"/>
    <a:srgbClr val="C00026"/>
    <a:srgbClr val="BA0E24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EE9B38C-0170-5F45-84E8-07394DCF9A70}" v="2" dt="2026-04-30T01:09:36.24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799"/>
    <p:restoredTop sz="83264" autoAdjust="0"/>
  </p:normalViewPr>
  <p:slideViewPr>
    <p:cSldViewPr snapToGrid="0" snapToObjects="1" showGuides="1">
      <p:cViewPr varScale="1">
        <p:scale>
          <a:sx n="99" d="100"/>
          <a:sy n="99" d="100"/>
        </p:scale>
        <p:origin x="2432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-1980" y="-72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microsoft.com/office/2015/10/relationships/revisionInfo" Target="revisionInfo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viewProps" Target="viewProps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microsoft.com/office/2016/11/relationships/changesInfo" Target="changesInfos/changesInfo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uciano Pereira Soares" userId="16c53e34-c952-423e-8700-c0525d23304f" providerId="ADAL" clId="{F300F11A-5C3A-5E1F-B0B2-53FFA65E863E}"/>
    <pc:docChg chg="custSel addSld delSld modSld">
      <pc:chgData name="Luciano Pereira Soares" userId="16c53e34-c952-423e-8700-c0525d23304f" providerId="ADAL" clId="{F300F11A-5C3A-5E1F-B0B2-53FFA65E863E}" dt="2026-04-30T01:10:27.136" v="39"/>
      <pc:docMkLst>
        <pc:docMk/>
      </pc:docMkLst>
      <pc:sldChg chg="modTransition">
        <pc:chgData name="Luciano Pereira Soares" userId="16c53e34-c952-423e-8700-c0525d23304f" providerId="ADAL" clId="{F300F11A-5C3A-5E1F-B0B2-53FFA65E863E}" dt="2026-04-30T01:10:27.136" v="39"/>
        <pc:sldMkLst>
          <pc:docMk/>
          <pc:sldMk cId="0" sldId="262"/>
        </pc:sldMkLst>
      </pc:sldChg>
      <pc:sldChg chg="delSp add mod modTransition delAnim">
        <pc:chgData name="Luciano Pereira Soares" userId="16c53e34-c952-423e-8700-c0525d23304f" providerId="ADAL" clId="{F300F11A-5C3A-5E1F-B0B2-53FFA65E863E}" dt="2026-04-30T01:10:27.136" v="39"/>
        <pc:sldMkLst>
          <pc:docMk/>
          <pc:sldMk cId="4233098671" sldId="309"/>
        </pc:sldMkLst>
        <pc:picChg chg="del">
          <ac:chgData name="Luciano Pereira Soares" userId="16c53e34-c952-423e-8700-c0525d23304f" providerId="ADAL" clId="{F300F11A-5C3A-5E1F-B0B2-53FFA65E863E}" dt="2026-04-30T01:08:10.732" v="18" actId="478"/>
          <ac:picMkLst>
            <pc:docMk/>
            <pc:sldMk cId="4233098671" sldId="309"/>
            <ac:picMk id="6" creationId="{00000000-0000-0000-0000-000000000000}"/>
          </ac:picMkLst>
        </pc:picChg>
      </pc:sldChg>
      <pc:sldChg chg="delSp modSp add mod modTransition delAnim">
        <pc:chgData name="Luciano Pereira Soares" userId="16c53e34-c952-423e-8700-c0525d23304f" providerId="ADAL" clId="{F300F11A-5C3A-5E1F-B0B2-53FFA65E863E}" dt="2026-04-30T01:10:27.136" v="39"/>
        <pc:sldMkLst>
          <pc:docMk/>
          <pc:sldMk cId="996939047" sldId="331"/>
        </pc:sldMkLst>
        <pc:picChg chg="del mod">
          <ac:chgData name="Luciano Pereira Soares" userId="16c53e34-c952-423e-8700-c0525d23304f" providerId="ADAL" clId="{F300F11A-5C3A-5E1F-B0B2-53FFA65E863E}" dt="2026-04-30T01:08:04.997" v="16" actId="478"/>
          <ac:picMkLst>
            <pc:docMk/>
            <pc:sldMk cId="996939047" sldId="331"/>
            <ac:picMk id="10" creationId="{00000000-0000-0000-0000-000000000000}"/>
          </ac:picMkLst>
        </pc:picChg>
      </pc:sldChg>
      <pc:sldChg chg="delSp add mod modTransition delAnim">
        <pc:chgData name="Luciano Pereira Soares" userId="16c53e34-c952-423e-8700-c0525d23304f" providerId="ADAL" clId="{F300F11A-5C3A-5E1F-B0B2-53FFA65E863E}" dt="2026-04-30T01:10:27.136" v="39"/>
        <pc:sldMkLst>
          <pc:docMk/>
          <pc:sldMk cId="1686245078" sldId="332"/>
        </pc:sldMkLst>
        <pc:picChg chg="del">
          <ac:chgData name="Luciano Pereira Soares" userId="16c53e34-c952-423e-8700-c0525d23304f" providerId="ADAL" clId="{F300F11A-5C3A-5E1F-B0B2-53FFA65E863E}" dt="2026-04-30T01:07:30.208" v="11" actId="478"/>
          <ac:picMkLst>
            <pc:docMk/>
            <pc:sldMk cId="1686245078" sldId="332"/>
            <ac:picMk id="6" creationId="{00000000-0000-0000-0000-000000000000}"/>
          </ac:picMkLst>
        </pc:picChg>
        <pc:inkChg chg="del">
          <ac:chgData name="Luciano Pereira Soares" userId="16c53e34-c952-423e-8700-c0525d23304f" providerId="ADAL" clId="{F300F11A-5C3A-5E1F-B0B2-53FFA65E863E}" dt="2026-04-30T01:07:29.123" v="10" actId="478"/>
          <ac:inkMkLst>
            <pc:docMk/>
            <pc:sldMk cId="1686245078" sldId="332"/>
            <ac:inkMk id="7" creationId="{00000000-0000-0000-0000-000000000000}"/>
          </ac:inkMkLst>
        </pc:inkChg>
      </pc:sldChg>
      <pc:sldChg chg="add del">
        <pc:chgData name="Luciano Pereira Soares" userId="16c53e34-c952-423e-8700-c0525d23304f" providerId="ADAL" clId="{F300F11A-5C3A-5E1F-B0B2-53FFA65E863E}" dt="2026-04-30T01:07:23.883" v="9" actId="2696"/>
        <pc:sldMkLst>
          <pc:docMk/>
          <pc:sldMk cId="59052789" sldId="333"/>
        </pc:sldMkLst>
      </pc:sldChg>
      <pc:sldChg chg="delSp add mod modTransition delAnim">
        <pc:chgData name="Luciano Pereira Soares" userId="16c53e34-c952-423e-8700-c0525d23304f" providerId="ADAL" clId="{F300F11A-5C3A-5E1F-B0B2-53FFA65E863E}" dt="2026-04-30T01:10:27.136" v="39"/>
        <pc:sldMkLst>
          <pc:docMk/>
          <pc:sldMk cId="392872111" sldId="334"/>
        </pc:sldMkLst>
        <pc:picChg chg="del">
          <ac:chgData name="Luciano Pereira Soares" userId="16c53e34-c952-423e-8700-c0525d23304f" providerId="ADAL" clId="{F300F11A-5C3A-5E1F-B0B2-53FFA65E863E}" dt="2026-04-30T01:08:02.029" v="14" actId="478"/>
          <ac:picMkLst>
            <pc:docMk/>
            <pc:sldMk cId="392872111" sldId="334"/>
            <ac:picMk id="6" creationId="{00000000-0000-0000-0000-000000000000}"/>
          </ac:picMkLst>
        </pc:picChg>
      </pc:sldChg>
      <pc:sldChg chg="delSp add mod modTransition delAnim">
        <pc:chgData name="Luciano Pereira Soares" userId="16c53e34-c952-423e-8700-c0525d23304f" providerId="ADAL" clId="{F300F11A-5C3A-5E1F-B0B2-53FFA65E863E}" dt="2026-04-30T01:10:27.136" v="39"/>
        <pc:sldMkLst>
          <pc:docMk/>
          <pc:sldMk cId="256431076" sldId="344"/>
        </pc:sldMkLst>
        <pc:picChg chg="del">
          <ac:chgData name="Luciano Pereira Soares" userId="16c53e34-c952-423e-8700-c0525d23304f" providerId="ADAL" clId="{F300F11A-5C3A-5E1F-B0B2-53FFA65E863E}" dt="2026-04-30T01:07:17.225" v="8" actId="478"/>
          <ac:picMkLst>
            <pc:docMk/>
            <pc:sldMk cId="256431076" sldId="344"/>
            <ac:picMk id="9" creationId="{00000000-0000-0000-0000-000000000000}"/>
          </ac:picMkLst>
        </pc:picChg>
      </pc:sldChg>
      <pc:sldChg chg="delSp add mod modTransition delAnim">
        <pc:chgData name="Luciano Pereira Soares" userId="16c53e34-c952-423e-8700-c0525d23304f" providerId="ADAL" clId="{F300F11A-5C3A-5E1F-B0B2-53FFA65E863E}" dt="2026-04-30T01:10:27.136" v="39"/>
        <pc:sldMkLst>
          <pc:docMk/>
          <pc:sldMk cId="122071490" sldId="345"/>
        </pc:sldMkLst>
        <pc:picChg chg="del">
          <ac:chgData name="Luciano Pereira Soares" userId="16c53e34-c952-423e-8700-c0525d23304f" providerId="ADAL" clId="{F300F11A-5C3A-5E1F-B0B2-53FFA65E863E}" dt="2026-04-30T01:07:08.590" v="5" actId="478"/>
          <ac:picMkLst>
            <pc:docMk/>
            <pc:sldMk cId="122071490" sldId="345"/>
            <ac:picMk id="9" creationId="{00000000-0000-0000-0000-000000000000}"/>
          </ac:picMkLst>
        </pc:picChg>
        <pc:inkChg chg="del">
          <ac:chgData name="Luciano Pereira Soares" userId="16c53e34-c952-423e-8700-c0525d23304f" providerId="ADAL" clId="{F300F11A-5C3A-5E1F-B0B2-53FFA65E863E}" dt="2026-04-30T01:07:09.819" v="6" actId="478"/>
          <ac:inkMkLst>
            <pc:docMk/>
            <pc:sldMk cId="122071490" sldId="345"/>
            <ac:inkMk id="10" creationId="{00000000-0000-0000-0000-000000000000}"/>
          </ac:inkMkLst>
        </pc:inkChg>
      </pc:sldChg>
      <pc:sldChg chg="delSp add mod modTransition delAnim">
        <pc:chgData name="Luciano Pereira Soares" userId="16c53e34-c952-423e-8700-c0525d23304f" providerId="ADAL" clId="{F300F11A-5C3A-5E1F-B0B2-53FFA65E863E}" dt="2026-04-30T01:10:27.136" v="39"/>
        <pc:sldMkLst>
          <pc:docMk/>
          <pc:sldMk cId="3790529342" sldId="347"/>
        </pc:sldMkLst>
        <pc:picChg chg="del">
          <ac:chgData name="Luciano Pereira Soares" userId="16c53e34-c952-423e-8700-c0525d23304f" providerId="ADAL" clId="{F300F11A-5C3A-5E1F-B0B2-53FFA65E863E}" dt="2026-04-30T01:07:13.178" v="7" actId="478"/>
          <ac:picMkLst>
            <pc:docMk/>
            <pc:sldMk cId="3790529342" sldId="347"/>
            <ac:picMk id="9" creationId="{00000000-0000-0000-0000-000000000000}"/>
          </ac:picMkLst>
        </pc:picChg>
      </pc:sldChg>
      <pc:sldChg chg="delSp add mod modTransition delAnim">
        <pc:chgData name="Luciano Pereira Soares" userId="16c53e34-c952-423e-8700-c0525d23304f" providerId="ADAL" clId="{F300F11A-5C3A-5E1F-B0B2-53FFA65E863E}" dt="2026-04-30T01:10:27.136" v="39"/>
        <pc:sldMkLst>
          <pc:docMk/>
          <pc:sldMk cId="1501631907" sldId="351"/>
        </pc:sldMkLst>
        <pc:picChg chg="del">
          <ac:chgData name="Luciano Pereira Soares" userId="16c53e34-c952-423e-8700-c0525d23304f" providerId="ADAL" clId="{F300F11A-5C3A-5E1F-B0B2-53FFA65E863E}" dt="2026-04-30T01:07:56.151" v="12" actId="478"/>
          <ac:picMkLst>
            <pc:docMk/>
            <pc:sldMk cId="1501631907" sldId="351"/>
            <ac:picMk id="5" creationId="{00000000-0000-0000-0000-000000000000}"/>
          </ac:picMkLst>
        </pc:picChg>
        <pc:inkChg chg="del">
          <ac:chgData name="Luciano Pereira Soares" userId="16c53e34-c952-423e-8700-c0525d23304f" providerId="ADAL" clId="{F300F11A-5C3A-5E1F-B0B2-53FFA65E863E}" dt="2026-04-30T01:07:57.297" v="13" actId="478"/>
          <ac:inkMkLst>
            <pc:docMk/>
            <pc:sldMk cId="1501631907" sldId="351"/>
            <ac:inkMk id="6" creationId="{00000000-0000-0000-0000-000000000000}"/>
          </ac:inkMkLst>
        </pc:inkChg>
      </pc:sldChg>
      <pc:sldChg chg="del">
        <pc:chgData name="Luciano Pereira Soares" userId="16c53e34-c952-423e-8700-c0525d23304f" providerId="ADAL" clId="{F300F11A-5C3A-5E1F-B0B2-53FFA65E863E}" dt="2026-04-30T01:08:42.207" v="28" actId="2696"/>
        <pc:sldMkLst>
          <pc:docMk/>
          <pc:sldMk cId="1483660617" sldId="354"/>
        </pc:sldMkLst>
      </pc:sldChg>
      <pc:sldChg chg="del">
        <pc:chgData name="Luciano Pereira Soares" userId="16c53e34-c952-423e-8700-c0525d23304f" providerId="ADAL" clId="{F300F11A-5C3A-5E1F-B0B2-53FFA65E863E}" dt="2026-04-30T01:09:00.436" v="32" actId="2696"/>
        <pc:sldMkLst>
          <pc:docMk/>
          <pc:sldMk cId="1151838915" sldId="356"/>
        </pc:sldMkLst>
      </pc:sldChg>
      <pc:sldChg chg="del">
        <pc:chgData name="Luciano Pereira Soares" userId="16c53e34-c952-423e-8700-c0525d23304f" providerId="ADAL" clId="{F300F11A-5C3A-5E1F-B0B2-53FFA65E863E}" dt="2026-04-30T01:09:41.802" v="35" actId="2696"/>
        <pc:sldMkLst>
          <pc:docMk/>
          <pc:sldMk cId="284644526" sldId="357"/>
        </pc:sldMkLst>
      </pc:sldChg>
      <pc:sldChg chg="delSp add del mod delAnim">
        <pc:chgData name="Luciano Pereira Soares" userId="16c53e34-c952-423e-8700-c0525d23304f" providerId="ADAL" clId="{F300F11A-5C3A-5E1F-B0B2-53FFA65E863E}" dt="2026-04-30T01:09:32.739" v="33" actId="2696"/>
        <pc:sldMkLst>
          <pc:docMk/>
          <pc:sldMk cId="1417429199" sldId="358"/>
        </pc:sldMkLst>
        <pc:picChg chg="del">
          <ac:chgData name="Luciano Pereira Soares" userId="16c53e34-c952-423e-8700-c0525d23304f" providerId="ADAL" clId="{F300F11A-5C3A-5E1F-B0B2-53FFA65E863E}" dt="2026-04-30T01:08:30.162" v="23" actId="478"/>
          <ac:picMkLst>
            <pc:docMk/>
            <pc:sldMk cId="1417429199" sldId="358"/>
            <ac:picMk id="2" creationId="{00000000-0000-0000-0000-000000000000}"/>
          </ac:picMkLst>
        </pc:picChg>
        <pc:inkChg chg="del">
          <ac:chgData name="Luciano Pereira Soares" userId="16c53e34-c952-423e-8700-c0525d23304f" providerId="ADAL" clId="{F300F11A-5C3A-5E1F-B0B2-53FFA65E863E}" dt="2026-04-30T01:08:26.166" v="22" actId="478"/>
          <ac:inkMkLst>
            <pc:docMk/>
            <pc:sldMk cId="1417429199" sldId="358"/>
            <ac:inkMk id="3" creationId="{00000000-0000-0000-0000-000000000000}"/>
          </ac:inkMkLst>
        </pc:inkChg>
      </pc:sldChg>
      <pc:sldChg chg="add modTransition">
        <pc:chgData name="Luciano Pereira Soares" userId="16c53e34-c952-423e-8700-c0525d23304f" providerId="ADAL" clId="{F300F11A-5C3A-5E1F-B0B2-53FFA65E863E}" dt="2026-04-30T01:10:27.136" v="39"/>
        <pc:sldMkLst>
          <pc:docMk/>
          <pc:sldMk cId="3643650502" sldId="358"/>
        </pc:sldMkLst>
      </pc:sldChg>
      <pc:sldChg chg="delSp add del mod delAnim">
        <pc:chgData name="Luciano Pereira Soares" userId="16c53e34-c952-423e-8700-c0525d23304f" providerId="ADAL" clId="{F300F11A-5C3A-5E1F-B0B2-53FFA65E863E}" dt="2026-04-30T01:09:32.739" v="33" actId="2696"/>
        <pc:sldMkLst>
          <pc:docMk/>
          <pc:sldMk cId="300531390" sldId="359"/>
        </pc:sldMkLst>
        <pc:picChg chg="del">
          <ac:chgData name="Luciano Pereira Soares" userId="16c53e34-c952-423e-8700-c0525d23304f" providerId="ADAL" clId="{F300F11A-5C3A-5E1F-B0B2-53FFA65E863E}" dt="2026-04-30T01:08:34.958" v="25" actId="478"/>
          <ac:picMkLst>
            <pc:docMk/>
            <pc:sldMk cId="300531390" sldId="359"/>
            <ac:picMk id="2" creationId="{00000000-0000-0000-0000-000000000000}"/>
          </ac:picMkLst>
        </pc:picChg>
        <pc:inkChg chg="del">
          <ac:chgData name="Luciano Pereira Soares" userId="16c53e34-c952-423e-8700-c0525d23304f" providerId="ADAL" clId="{F300F11A-5C3A-5E1F-B0B2-53FFA65E863E}" dt="2026-04-30T01:08:33.919" v="24" actId="478"/>
          <ac:inkMkLst>
            <pc:docMk/>
            <pc:sldMk cId="300531390" sldId="359"/>
            <ac:inkMk id="4" creationId="{00000000-0000-0000-0000-000000000000}"/>
          </ac:inkMkLst>
        </pc:inkChg>
      </pc:sldChg>
      <pc:sldChg chg="add modTransition">
        <pc:chgData name="Luciano Pereira Soares" userId="16c53e34-c952-423e-8700-c0525d23304f" providerId="ADAL" clId="{F300F11A-5C3A-5E1F-B0B2-53FFA65E863E}" dt="2026-04-30T01:10:27.136" v="39"/>
        <pc:sldMkLst>
          <pc:docMk/>
          <pc:sldMk cId="2844683654" sldId="359"/>
        </pc:sldMkLst>
      </pc:sldChg>
      <pc:sldChg chg="delSp add del mod delAnim">
        <pc:chgData name="Luciano Pereira Soares" userId="16c53e34-c952-423e-8700-c0525d23304f" providerId="ADAL" clId="{F300F11A-5C3A-5E1F-B0B2-53FFA65E863E}" dt="2026-04-30T01:09:32.739" v="33" actId="2696"/>
        <pc:sldMkLst>
          <pc:docMk/>
          <pc:sldMk cId="7523328" sldId="360"/>
        </pc:sldMkLst>
        <pc:picChg chg="del">
          <ac:chgData name="Luciano Pereira Soares" userId="16c53e34-c952-423e-8700-c0525d23304f" providerId="ADAL" clId="{F300F11A-5C3A-5E1F-B0B2-53FFA65E863E}" dt="2026-04-30T01:08:39.773" v="27" actId="478"/>
          <ac:picMkLst>
            <pc:docMk/>
            <pc:sldMk cId="7523328" sldId="360"/>
            <ac:picMk id="2" creationId="{00000000-0000-0000-0000-000000000000}"/>
          </ac:picMkLst>
        </pc:picChg>
        <pc:inkChg chg="del">
          <ac:chgData name="Luciano Pereira Soares" userId="16c53e34-c952-423e-8700-c0525d23304f" providerId="ADAL" clId="{F300F11A-5C3A-5E1F-B0B2-53FFA65E863E}" dt="2026-04-30T01:08:37.991" v="26" actId="478"/>
          <ac:inkMkLst>
            <pc:docMk/>
            <pc:sldMk cId="7523328" sldId="360"/>
            <ac:inkMk id="4" creationId="{00000000-0000-0000-0000-000000000000}"/>
          </ac:inkMkLst>
        </pc:inkChg>
      </pc:sldChg>
      <pc:sldChg chg="add modTransition">
        <pc:chgData name="Luciano Pereira Soares" userId="16c53e34-c952-423e-8700-c0525d23304f" providerId="ADAL" clId="{F300F11A-5C3A-5E1F-B0B2-53FFA65E863E}" dt="2026-04-30T01:10:27.136" v="39"/>
        <pc:sldMkLst>
          <pc:docMk/>
          <pc:sldMk cId="3473540251" sldId="360"/>
        </pc:sldMkLst>
      </pc:sldChg>
      <pc:sldChg chg="modTransition">
        <pc:chgData name="Luciano Pereira Soares" userId="16c53e34-c952-423e-8700-c0525d23304f" providerId="ADAL" clId="{F300F11A-5C3A-5E1F-B0B2-53FFA65E863E}" dt="2026-04-30T01:10:27.136" v="39"/>
        <pc:sldMkLst>
          <pc:docMk/>
          <pc:sldMk cId="2013045767" sldId="364"/>
        </pc:sldMkLst>
      </pc:sldChg>
      <pc:sldChg chg="modTransition">
        <pc:chgData name="Luciano Pereira Soares" userId="16c53e34-c952-423e-8700-c0525d23304f" providerId="ADAL" clId="{F300F11A-5C3A-5E1F-B0B2-53FFA65E863E}" dt="2026-04-30T01:10:27.136" v="39"/>
        <pc:sldMkLst>
          <pc:docMk/>
          <pc:sldMk cId="1328550484" sldId="365"/>
        </pc:sldMkLst>
      </pc:sldChg>
      <pc:sldChg chg="modSp mod modTransition">
        <pc:chgData name="Luciano Pereira Soares" userId="16c53e34-c952-423e-8700-c0525d23304f" providerId="ADAL" clId="{F300F11A-5C3A-5E1F-B0B2-53FFA65E863E}" dt="2026-04-30T01:10:27.136" v="39"/>
        <pc:sldMkLst>
          <pc:docMk/>
          <pc:sldMk cId="1648921072" sldId="366"/>
        </pc:sldMkLst>
        <pc:spChg chg="mod">
          <ac:chgData name="Luciano Pereira Soares" userId="16c53e34-c952-423e-8700-c0525d23304f" providerId="ADAL" clId="{F300F11A-5C3A-5E1F-B0B2-53FFA65E863E}" dt="2026-04-30T01:10:03.865" v="36" actId="20577"/>
          <ac:spMkLst>
            <pc:docMk/>
            <pc:sldMk cId="1648921072" sldId="366"/>
            <ac:spMk id="3" creationId="{00000000-0000-0000-0000-000000000000}"/>
          </ac:spMkLst>
        </pc:spChg>
      </pc:sldChg>
      <pc:sldChg chg="del">
        <pc:chgData name="Luciano Pereira Soares" userId="16c53e34-c952-423e-8700-c0525d23304f" providerId="ADAL" clId="{F300F11A-5C3A-5E1F-B0B2-53FFA65E863E}" dt="2026-04-30T01:08:55.317" v="29" actId="2696"/>
        <pc:sldMkLst>
          <pc:docMk/>
          <pc:sldMk cId="484839033" sldId="367"/>
        </pc:sldMkLst>
      </pc:sldChg>
      <pc:sldChg chg="modTransition">
        <pc:chgData name="Luciano Pereira Soares" userId="16c53e34-c952-423e-8700-c0525d23304f" providerId="ADAL" clId="{F300F11A-5C3A-5E1F-B0B2-53FFA65E863E}" dt="2026-04-30T01:10:27.136" v="39"/>
        <pc:sldMkLst>
          <pc:docMk/>
          <pc:sldMk cId="504249154" sldId="368"/>
        </pc:sldMkLst>
      </pc:sldChg>
      <pc:sldChg chg="modTransition">
        <pc:chgData name="Luciano Pereira Soares" userId="16c53e34-c952-423e-8700-c0525d23304f" providerId="ADAL" clId="{F300F11A-5C3A-5E1F-B0B2-53FFA65E863E}" dt="2026-04-30T01:10:27.136" v="39"/>
        <pc:sldMkLst>
          <pc:docMk/>
          <pc:sldMk cId="945060216" sldId="369"/>
        </pc:sldMkLst>
      </pc:sldChg>
      <pc:sldChg chg="modTransition">
        <pc:chgData name="Luciano Pereira Soares" userId="16c53e34-c952-423e-8700-c0525d23304f" providerId="ADAL" clId="{F300F11A-5C3A-5E1F-B0B2-53FFA65E863E}" dt="2026-04-30T01:10:27.136" v="39"/>
        <pc:sldMkLst>
          <pc:docMk/>
          <pc:sldMk cId="1019502674" sldId="370"/>
        </pc:sldMkLst>
      </pc:sldChg>
      <pc:sldChg chg="modTransition">
        <pc:chgData name="Luciano Pereira Soares" userId="16c53e34-c952-423e-8700-c0525d23304f" providerId="ADAL" clId="{F300F11A-5C3A-5E1F-B0B2-53FFA65E863E}" dt="2026-04-30T01:10:27.136" v="39"/>
        <pc:sldMkLst>
          <pc:docMk/>
          <pc:sldMk cId="1597735304" sldId="371"/>
        </pc:sldMkLst>
      </pc:sldChg>
      <pc:sldChg chg="del">
        <pc:chgData name="Luciano Pereira Soares" userId="16c53e34-c952-423e-8700-c0525d23304f" providerId="ADAL" clId="{F300F11A-5C3A-5E1F-B0B2-53FFA65E863E}" dt="2026-04-30T01:08:58.132" v="30" actId="2696"/>
        <pc:sldMkLst>
          <pc:docMk/>
          <pc:sldMk cId="1001732240" sldId="372"/>
        </pc:sldMkLst>
      </pc:sldChg>
      <pc:sldChg chg="del">
        <pc:chgData name="Luciano Pereira Soares" userId="16c53e34-c952-423e-8700-c0525d23304f" providerId="ADAL" clId="{F300F11A-5C3A-5E1F-B0B2-53FFA65E863E}" dt="2026-04-30T01:08:59.284" v="31" actId="2696"/>
        <pc:sldMkLst>
          <pc:docMk/>
          <pc:sldMk cId="952490845" sldId="373"/>
        </pc:sldMkLst>
      </pc:sldChg>
      <pc:sldChg chg="add del">
        <pc:chgData name="Luciano Pereira Soares" userId="16c53e34-c952-423e-8700-c0525d23304f" providerId="ADAL" clId="{F300F11A-5C3A-5E1F-B0B2-53FFA65E863E}" dt="2026-04-30T01:07:04.019" v="4" actId="2696"/>
        <pc:sldMkLst>
          <pc:docMk/>
          <pc:sldMk cId="130678718" sldId="408"/>
        </pc:sldMkLst>
      </pc:sldChg>
      <pc:sldChg chg="add del">
        <pc:chgData name="Luciano Pereira Soares" userId="16c53e34-c952-423e-8700-c0525d23304f" providerId="ADAL" clId="{F300F11A-5C3A-5E1F-B0B2-53FFA65E863E}" dt="2026-04-30T01:06:40.028" v="2" actId="2696"/>
        <pc:sldMkLst>
          <pc:docMk/>
          <pc:sldMk cId="1757551916" sldId="410"/>
        </pc:sldMkLst>
      </pc:sldChg>
      <pc:sldChg chg="delSp add mod modTransition delAnim">
        <pc:chgData name="Luciano Pereira Soares" userId="16c53e34-c952-423e-8700-c0525d23304f" providerId="ADAL" clId="{F300F11A-5C3A-5E1F-B0B2-53FFA65E863E}" dt="2026-04-30T01:10:27.136" v="39"/>
        <pc:sldMkLst>
          <pc:docMk/>
          <pc:sldMk cId="340498476" sldId="411"/>
        </pc:sldMkLst>
        <pc:picChg chg="del">
          <ac:chgData name="Luciano Pereira Soares" userId="16c53e34-c952-423e-8700-c0525d23304f" providerId="ADAL" clId="{F300F11A-5C3A-5E1F-B0B2-53FFA65E863E}" dt="2026-04-30T01:08:07.266" v="17" actId="478"/>
          <ac:picMkLst>
            <pc:docMk/>
            <pc:sldMk cId="340498476" sldId="411"/>
            <ac:picMk id="3" creationId="{00000000-0000-0000-0000-000000000000}"/>
          </ac:picMkLst>
        </pc:picChg>
      </pc:sldChg>
      <pc:sldChg chg="delSp add mod modTransition delAnim">
        <pc:chgData name="Luciano Pereira Soares" userId="16c53e34-c952-423e-8700-c0525d23304f" providerId="ADAL" clId="{F300F11A-5C3A-5E1F-B0B2-53FFA65E863E}" dt="2026-04-30T01:10:27.136" v="39"/>
        <pc:sldMkLst>
          <pc:docMk/>
          <pc:sldMk cId="1673077769" sldId="412"/>
        </pc:sldMkLst>
        <pc:picChg chg="del">
          <ac:chgData name="Luciano Pereira Soares" userId="16c53e34-c952-423e-8700-c0525d23304f" providerId="ADAL" clId="{F300F11A-5C3A-5E1F-B0B2-53FFA65E863E}" dt="2026-04-30T01:08:21.358" v="21" actId="478"/>
          <ac:picMkLst>
            <pc:docMk/>
            <pc:sldMk cId="1673077769" sldId="412"/>
            <ac:picMk id="5" creationId="{00000000-0000-0000-0000-000000000000}"/>
          </ac:picMkLst>
        </pc:picChg>
        <pc:inkChg chg="del">
          <ac:chgData name="Luciano Pereira Soares" userId="16c53e34-c952-423e-8700-c0525d23304f" providerId="ADAL" clId="{F300F11A-5C3A-5E1F-B0B2-53FFA65E863E}" dt="2026-04-30T01:08:20.255" v="20" actId="478"/>
          <ac:inkMkLst>
            <pc:docMk/>
            <pc:sldMk cId="1673077769" sldId="412"/>
            <ac:inkMk id="6" creationId="{00000000-0000-0000-0000-000000000000}"/>
          </ac:inkMkLst>
        </pc:inkChg>
      </pc:sldChg>
      <pc:sldChg chg="add del">
        <pc:chgData name="Luciano Pereira Soares" userId="16c53e34-c952-423e-8700-c0525d23304f" providerId="ADAL" clId="{F300F11A-5C3A-5E1F-B0B2-53FFA65E863E}" dt="2026-04-30T01:06:39.242" v="1" actId="2696"/>
        <pc:sldMkLst>
          <pc:docMk/>
          <pc:sldMk cId="241139116" sldId="414"/>
        </pc:sldMkLst>
      </pc:sldChg>
      <pc:sldChg chg="add del">
        <pc:chgData name="Luciano Pereira Soares" userId="16c53e34-c952-423e-8700-c0525d23304f" providerId="ADAL" clId="{F300F11A-5C3A-5E1F-B0B2-53FFA65E863E}" dt="2026-04-30T01:06:46.044" v="3" actId="2696"/>
        <pc:sldMkLst>
          <pc:docMk/>
          <pc:sldMk cId="1078139797" sldId="415"/>
        </pc:sldMkLst>
      </pc:sldChg>
      <pc:sldChg chg="delSp add mod modTransition delAnim">
        <pc:chgData name="Luciano Pereira Soares" userId="16c53e34-c952-423e-8700-c0525d23304f" providerId="ADAL" clId="{F300F11A-5C3A-5E1F-B0B2-53FFA65E863E}" dt="2026-04-30T01:10:27.136" v="39"/>
        <pc:sldMkLst>
          <pc:docMk/>
          <pc:sldMk cId="3292317191" sldId="416"/>
        </pc:sldMkLst>
        <pc:picChg chg="del">
          <ac:chgData name="Luciano Pereira Soares" userId="16c53e34-c952-423e-8700-c0525d23304f" providerId="ADAL" clId="{F300F11A-5C3A-5E1F-B0B2-53FFA65E863E}" dt="2026-04-30T01:08:13.795" v="19" actId="478"/>
          <ac:picMkLst>
            <pc:docMk/>
            <pc:sldMk cId="3292317191" sldId="416"/>
            <ac:picMk id="8" creationId="{00000000-0000-0000-0000-000000000000}"/>
          </ac:picMkLst>
        </pc:pic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74AD7F7-3B06-6D4B-9EF3-3486D20AFD75}" type="doc">
      <dgm:prSet loTypeId="urn:microsoft.com/office/officeart/2005/8/layout/hierarchy4" loCatId="" qsTypeId="urn:microsoft.com/office/officeart/2005/8/quickstyle/simple4" qsCatId="simple" csTypeId="urn:microsoft.com/office/officeart/2005/8/colors/accent1_2" csCatId="accent1" phldr="1"/>
      <dgm:spPr/>
      <dgm:t>
        <a:bodyPr/>
        <a:lstStyle/>
        <a:p>
          <a:endParaRPr lang="pt-BR"/>
        </a:p>
      </dgm:t>
    </dgm:pt>
    <dgm:pt modelId="{1F2DC098-D0DB-1F49-B8C2-E85A9998B08C}">
      <dgm:prSet phldrT="[Text]"/>
      <dgm:spPr/>
      <dgm:t>
        <a:bodyPr/>
        <a:lstStyle/>
        <a:p>
          <a:r>
            <a:rPr lang="pt-BR" b="0" dirty="0"/>
            <a:t>Aplicação</a:t>
          </a:r>
        </a:p>
      </dgm:t>
    </dgm:pt>
    <dgm:pt modelId="{0FE73CAC-3BF7-9946-9139-D0245E4F9359}" type="parTrans" cxnId="{A633B22F-C265-2E4B-8F1A-64EDF86028CA}">
      <dgm:prSet/>
      <dgm:spPr/>
      <dgm:t>
        <a:bodyPr/>
        <a:lstStyle/>
        <a:p>
          <a:endParaRPr lang="pt-BR" b="0"/>
        </a:p>
      </dgm:t>
    </dgm:pt>
    <dgm:pt modelId="{A806719E-5637-1B48-9CE6-F984B0FCC923}" type="sibTrans" cxnId="{A633B22F-C265-2E4B-8F1A-64EDF86028CA}">
      <dgm:prSet/>
      <dgm:spPr/>
      <dgm:t>
        <a:bodyPr/>
        <a:lstStyle/>
        <a:p>
          <a:endParaRPr lang="pt-BR" b="0"/>
        </a:p>
      </dgm:t>
    </dgm:pt>
    <dgm:pt modelId="{EEAB4C65-E5E3-D34D-85B8-09374266442D}">
      <dgm:prSet phldrT="[Text]"/>
      <dgm:spPr/>
      <dgm:t>
        <a:bodyPr/>
        <a:lstStyle/>
        <a:p>
          <a:r>
            <a:rPr lang="pt-BR" b="0" dirty="0"/>
            <a:t>Sistema Operacional</a:t>
          </a:r>
        </a:p>
      </dgm:t>
    </dgm:pt>
    <dgm:pt modelId="{356E5C07-CFC5-544C-BDE7-8EC61FE63942}" type="parTrans" cxnId="{6EDCE7A3-BEEB-E445-857A-7673709E4EE8}">
      <dgm:prSet/>
      <dgm:spPr/>
      <dgm:t>
        <a:bodyPr/>
        <a:lstStyle/>
        <a:p>
          <a:endParaRPr lang="pt-BR" b="0"/>
        </a:p>
      </dgm:t>
    </dgm:pt>
    <dgm:pt modelId="{38A6DF07-3B7F-4546-8290-63F77BD14243}" type="sibTrans" cxnId="{6EDCE7A3-BEEB-E445-857A-7673709E4EE8}">
      <dgm:prSet/>
      <dgm:spPr/>
      <dgm:t>
        <a:bodyPr/>
        <a:lstStyle/>
        <a:p>
          <a:endParaRPr lang="pt-BR" b="0"/>
        </a:p>
      </dgm:t>
    </dgm:pt>
    <dgm:pt modelId="{D4F0EAB3-D053-3447-8CEE-04E8BBAB5561}">
      <dgm:prSet phldrT="[Text]"/>
      <dgm:spPr/>
      <dgm:t>
        <a:bodyPr/>
        <a:lstStyle/>
        <a:p>
          <a:r>
            <a:rPr lang="pt-BR" b="0" dirty="0"/>
            <a:t>Linguagem de Alto Nível</a:t>
          </a:r>
        </a:p>
      </dgm:t>
    </dgm:pt>
    <dgm:pt modelId="{C230152A-6C16-4449-996C-7E44352249DE}" type="parTrans" cxnId="{EBACE114-688A-0A4A-9143-31B166CD2392}">
      <dgm:prSet/>
      <dgm:spPr/>
      <dgm:t>
        <a:bodyPr/>
        <a:lstStyle/>
        <a:p>
          <a:endParaRPr lang="pt-BR" b="0"/>
        </a:p>
      </dgm:t>
    </dgm:pt>
    <dgm:pt modelId="{E6C8BB27-FB8C-D542-ADC5-BE387AD39422}" type="sibTrans" cxnId="{EBACE114-688A-0A4A-9143-31B166CD2392}">
      <dgm:prSet/>
      <dgm:spPr/>
      <dgm:t>
        <a:bodyPr/>
        <a:lstStyle/>
        <a:p>
          <a:endParaRPr lang="pt-BR" b="0"/>
        </a:p>
      </dgm:t>
    </dgm:pt>
    <dgm:pt modelId="{86F312AB-3E4D-CD41-BE5F-23093BE06730}">
      <dgm:prSet phldrT="[Text]"/>
      <dgm:spPr/>
      <dgm:t>
        <a:bodyPr/>
        <a:lstStyle/>
        <a:p>
          <a:r>
            <a:rPr lang="pt-BR" b="0" dirty="0"/>
            <a:t>Transistores</a:t>
          </a:r>
        </a:p>
      </dgm:t>
    </dgm:pt>
    <dgm:pt modelId="{1104DEB3-9981-F743-BF26-2930FC8714FC}" type="parTrans" cxnId="{605FC4C8-C23F-B145-BB8F-6520B3B76B15}">
      <dgm:prSet/>
      <dgm:spPr/>
      <dgm:t>
        <a:bodyPr/>
        <a:lstStyle/>
        <a:p>
          <a:endParaRPr lang="pt-BR"/>
        </a:p>
      </dgm:t>
    </dgm:pt>
    <dgm:pt modelId="{3660F0A7-E4FC-D644-9DD5-7F85C145C74F}" type="sibTrans" cxnId="{605FC4C8-C23F-B145-BB8F-6520B3B76B15}">
      <dgm:prSet/>
      <dgm:spPr/>
      <dgm:t>
        <a:bodyPr/>
        <a:lstStyle/>
        <a:p>
          <a:endParaRPr lang="pt-BR"/>
        </a:p>
      </dgm:t>
    </dgm:pt>
    <dgm:pt modelId="{5A7F0626-6E0E-8645-A523-E60A10984C3A}">
      <dgm:prSet phldrT="[Text]"/>
      <dgm:spPr/>
      <dgm:t>
        <a:bodyPr/>
        <a:lstStyle/>
        <a:p>
          <a:r>
            <a:rPr lang="pt-BR" b="0" dirty="0"/>
            <a:t>Portas Lógicas</a:t>
          </a:r>
        </a:p>
      </dgm:t>
    </dgm:pt>
    <dgm:pt modelId="{AE85B0C1-EA7E-B74C-AFB4-4827A1450366}" type="parTrans" cxnId="{EA5845D4-E63C-1F43-AF69-130E31AA1A07}">
      <dgm:prSet/>
      <dgm:spPr/>
      <dgm:t>
        <a:bodyPr/>
        <a:lstStyle/>
        <a:p>
          <a:endParaRPr lang="pt-BR"/>
        </a:p>
      </dgm:t>
    </dgm:pt>
    <dgm:pt modelId="{055653EF-D457-B344-9FB1-51B72D2F306C}" type="sibTrans" cxnId="{EA5845D4-E63C-1F43-AF69-130E31AA1A07}">
      <dgm:prSet/>
      <dgm:spPr/>
      <dgm:t>
        <a:bodyPr/>
        <a:lstStyle/>
        <a:p>
          <a:endParaRPr lang="pt-BR"/>
        </a:p>
      </dgm:t>
    </dgm:pt>
    <dgm:pt modelId="{D1E3B563-0501-7F47-B9F4-F109C62955B1}">
      <dgm:prSet phldrT="[Text]"/>
      <dgm:spPr/>
      <dgm:t>
        <a:bodyPr/>
        <a:lstStyle/>
        <a:p>
          <a:r>
            <a:rPr lang="pt-BR" b="0" dirty="0"/>
            <a:t>Lógica Combinacional</a:t>
          </a:r>
        </a:p>
      </dgm:t>
    </dgm:pt>
    <dgm:pt modelId="{C5CD715E-119A-EA4D-9726-687C893143A6}" type="parTrans" cxnId="{D905CDF2-C7FA-4C48-B787-6E3D012E3495}">
      <dgm:prSet/>
      <dgm:spPr/>
      <dgm:t>
        <a:bodyPr/>
        <a:lstStyle/>
        <a:p>
          <a:endParaRPr lang="pt-BR"/>
        </a:p>
      </dgm:t>
    </dgm:pt>
    <dgm:pt modelId="{C1979637-400D-B445-B706-15A1CC13D6D7}" type="sibTrans" cxnId="{D905CDF2-C7FA-4C48-B787-6E3D012E3495}">
      <dgm:prSet/>
      <dgm:spPr/>
      <dgm:t>
        <a:bodyPr/>
        <a:lstStyle/>
        <a:p>
          <a:endParaRPr lang="pt-BR"/>
        </a:p>
      </dgm:t>
    </dgm:pt>
    <dgm:pt modelId="{4546D831-BA62-5C4A-BCB2-1C31774BCD6A}">
      <dgm:prSet phldrT="[Text]"/>
      <dgm:spPr/>
      <dgm:t>
        <a:bodyPr/>
        <a:lstStyle/>
        <a:p>
          <a:r>
            <a:rPr lang="pt-BR" b="0" dirty="0"/>
            <a:t>Unidade Lógica Aritmética</a:t>
          </a:r>
        </a:p>
      </dgm:t>
    </dgm:pt>
    <dgm:pt modelId="{4F04BF0E-5103-F247-9142-D018403C4A51}" type="parTrans" cxnId="{A2730C91-7E00-A34D-A9D9-19CD97DCA453}">
      <dgm:prSet/>
      <dgm:spPr/>
      <dgm:t>
        <a:bodyPr/>
        <a:lstStyle/>
        <a:p>
          <a:endParaRPr lang="pt-BR"/>
        </a:p>
      </dgm:t>
    </dgm:pt>
    <dgm:pt modelId="{72D54908-3176-7541-823B-657A29E11A9B}" type="sibTrans" cxnId="{A2730C91-7E00-A34D-A9D9-19CD97DCA453}">
      <dgm:prSet/>
      <dgm:spPr/>
      <dgm:t>
        <a:bodyPr/>
        <a:lstStyle/>
        <a:p>
          <a:endParaRPr lang="pt-BR"/>
        </a:p>
      </dgm:t>
    </dgm:pt>
    <dgm:pt modelId="{7B809DC0-2BE3-D641-A135-9F51C43C4A05}">
      <dgm:prSet phldrT="[Text]"/>
      <dgm:spPr/>
      <dgm:t>
        <a:bodyPr/>
        <a:lstStyle/>
        <a:p>
          <a:r>
            <a:rPr lang="pt-BR" b="0" dirty="0"/>
            <a:t>Lógica Sequencial (Memória)</a:t>
          </a:r>
        </a:p>
      </dgm:t>
    </dgm:pt>
    <dgm:pt modelId="{8428148F-D871-C844-A9BE-DE70C9166F29}" type="parTrans" cxnId="{B9A166FE-7A11-E84F-9542-B4A9370CA41C}">
      <dgm:prSet/>
      <dgm:spPr/>
      <dgm:t>
        <a:bodyPr/>
        <a:lstStyle/>
        <a:p>
          <a:endParaRPr lang="pt-BR"/>
        </a:p>
      </dgm:t>
    </dgm:pt>
    <dgm:pt modelId="{3C29B5A2-38B3-2D42-93E2-682EAD871C3F}" type="sibTrans" cxnId="{B9A166FE-7A11-E84F-9542-B4A9370CA41C}">
      <dgm:prSet/>
      <dgm:spPr/>
      <dgm:t>
        <a:bodyPr/>
        <a:lstStyle/>
        <a:p>
          <a:endParaRPr lang="pt-BR"/>
        </a:p>
      </dgm:t>
    </dgm:pt>
    <dgm:pt modelId="{7657DD45-7975-6342-B4B0-721CA89F7007}">
      <dgm:prSet phldrT="[Text]"/>
      <dgm:spPr/>
      <dgm:t>
        <a:bodyPr/>
        <a:lstStyle/>
        <a:p>
          <a:r>
            <a:rPr lang="pt-BR" b="0" dirty="0"/>
            <a:t>Linguagem Assembly</a:t>
          </a:r>
        </a:p>
      </dgm:t>
    </dgm:pt>
    <dgm:pt modelId="{3CD8F09C-7491-DC45-8F8D-6EEAF9A76BDD}" type="sibTrans" cxnId="{91911031-97CB-0642-B48E-C0A218F77140}">
      <dgm:prSet/>
      <dgm:spPr/>
      <dgm:t>
        <a:bodyPr/>
        <a:lstStyle/>
        <a:p>
          <a:endParaRPr lang="pt-BR"/>
        </a:p>
      </dgm:t>
    </dgm:pt>
    <dgm:pt modelId="{427076DA-BC32-7E4A-B732-823F6EC2E7F2}" type="parTrans" cxnId="{91911031-97CB-0642-B48E-C0A218F77140}">
      <dgm:prSet/>
      <dgm:spPr/>
      <dgm:t>
        <a:bodyPr/>
        <a:lstStyle/>
        <a:p>
          <a:endParaRPr lang="pt-BR"/>
        </a:p>
      </dgm:t>
    </dgm:pt>
    <dgm:pt modelId="{E6FBD620-4B33-5A49-A2A0-0B91D8E171F3}">
      <dgm:prSet phldrT="[Text]"/>
      <dgm:spPr/>
      <dgm:t>
        <a:bodyPr/>
        <a:lstStyle/>
        <a:p>
          <a:r>
            <a:rPr lang="pt-BR" b="0" dirty="0"/>
            <a:t>Unidade Central de Processamento</a:t>
          </a:r>
        </a:p>
      </dgm:t>
    </dgm:pt>
    <dgm:pt modelId="{80509A86-086F-BE46-A77C-810F273F3896}" type="parTrans" cxnId="{96A225F3-C7FD-F04C-A7AC-CD3EC2ADEDDB}">
      <dgm:prSet/>
      <dgm:spPr/>
      <dgm:t>
        <a:bodyPr/>
        <a:lstStyle/>
        <a:p>
          <a:endParaRPr lang="pt-BR"/>
        </a:p>
      </dgm:t>
    </dgm:pt>
    <dgm:pt modelId="{4153DF75-9A58-C548-A139-1D2EF6A7C893}" type="sibTrans" cxnId="{96A225F3-C7FD-F04C-A7AC-CD3EC2ADEDDB}">
      <dgm:prSet/>
      <dgm:spPr/>
      <dgm:t>
        <a:bodyPr/>
        <a:lstStyle/>
        <a:p>
          <a:endParaRPr lang="pt-BR"/>
        </a:p>
      </dgm:t>
    </dgm:pt>
    <dgm:pt modelId="{2C7FEAC7-5B31-A94A-B85D-9A29845C79B7}">
      <dgm:prSet phldrT="[Text]"/>
      <dgm:spPr/>
      <dgm:t>
        <a:bodyPr/>
        <a:lstStyle/>
        <a:p>
          <a:r>
            <a:rPr lang="pt-BR" b="0" dirty="0"/>
            <a:t>Linguagem de Máquina</a:t>
          </a:r>
        </a:p>
      </dgm:t>
    </dgm:pt>
    <dgm:pt modelId="{622F441F-4F7B-6D41-9626-19794427E32B}" type="parTrans" cxnId="{70D774FA-588A-344E-8C97-530D0123289E}">
      <dgm:prSet/>
      <dgm:spPr/>
      <dgm:t>
        <a:bodyPr/>
        <a:lstStyle/>
        <a:p>
          <a:endParaRPr lang="pt-BR"/>
        </a:p>
      </dgm:t>
    </dgm:pt>
    <dgm:pt modelId="{4DD38AE5-8A94-2E4D-B733-A2F06FADFC23}" type="sibTrans" cxnId="{70D774FA-588A-344E-8C97-530D0123289E}">
      <dgm:prSet/>
      <dgm:spPr/>
      <dgm:t>
        <a:bodyPr/>
        <a:lstStyle/>
        <a:p>
          <a:endParaRPr lang="pt-BR"/>
        </a:p>
      </dgm:t>
    </dgm:pt>
    <dgm:pt modelId="{B9E3489D-3A53-1143-90E3-F7C063072E10}">
      <dgm:prSet phldrT="[Text]"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pt-BR" b="0" dirty="0"/>
            <a:t>Linguagem de Máquina Virtual</a:t>
          </a:r>
        </a:p>
      </dgm:t>
    </dgm:pt>
    <dgm:pt modelId="{234A9057-A201-F746-B503-DC7D35D9EAC9}" type="sibTrans" cxnId="{DFAD6881-5B63-BA46-A502-430CC1E9963B}">
      <dgm:prSet/>
      <dgm:spPr/>
      <dgm:t>
        <a:bodyPr/>
        <a:lstStyle/>
        <a:p>
          <a:endParaRPr lang="pt-BR" b="0"/>
        </a:p>
      </dgm:t>
    </dgm:pt>
    <dgm:pt modelId="{FBEDF3B0-4FB7-BD41-A1A8-ED6D930F7309}" type="parTrans" cxnId="{DFAD6881-5B63-BA46-A502-430CC1E9963B}">
      <dgm:prSet/>
      <dgm:spPr/>
      <dgm:t>
        <a:bodyPr/>
        <a:lstStyle/>
        <a:p>
          <a:endParaRPr lang="pt-BR" b="0"/>
        </a:p>
      </dgm:t>
    </dgm:pt>
    <dgm:pt modelId="{F54D2BBF-8E30-1D4D-99AC-E2507B611149}" type="pres">
      <dgm:prSet presAssocID="{A74AD7F7-3B06-6D4B-9EF3-3486D20AFD75}" presName="Name0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F27244D7-AECA-D843-A686-371A68A3F441}" type="pres">
      <dgm:prSet presAssocID="{1F2DC098-D0DB-1F49-B8C2-E85A9998B08C}" presName="vertOne" presStyleCnt="0"/>
      <dgm:spPr/>
    </dgm:pt>
    <dgm:pt modelId="{B3D92098-3C72-4D45-A0DB-272B950DEC5C}" type="pres">
      <dgm:prSet presAssocID="{1F2DC098-D0DB-1F49-B8C2-E85A9998B08C}" presName="txOne" presStyleLbl="node0" presStyleIdx="0" presStyleCnt="1">
        <dgm:presLayoutVars>
          <dgm:chPref val="3"/>
        </dgm:presLayoutVars>
      </dgm:prSet>
      <dgm:spPr/>
    </dgm:pt>
    <dgm:pt modelId="{3D43CF38-750F-574A-9D2D-6F8D306EA2CB}" type="pres">
      <dgm:prSet presAssocID="{1F2DC098-D0DB-1F49-B8C2-E85A9998B08C}" presName="parTransOne" presStyleCnt="0"/>
      <dgm:spPr/>
    </dgm:pt>
    <dgm:pt modelId="{9358A43E-19CF-404F-8869-3FA6F5C68D47}" type="pres">
      <dgm:prSet presAssocID="{1F2DC098-D0DB-1F49-B8C2-E85A9998B08C}" presName="horzOne" presStyleCnt="0"/>
      <dgm:spPr/>
    </dgm:pt>
    <dgm:pt modelId="{BC52F9DB-0874-E24E-A25A-B35DAD248219}" type="pres">
      <dgm:prSet presAssocID="{EEAB4C65-E5E3-D34D-85B8-09374266442D}" presName="vertTwo" presStyleCnt="0"/>
      <dgm:spPr/>
    </dgm:pt>
    <dgm:pt modelId="{3361C7BF-5645-3043-BE46-005CBBDFB4E7}" type="pres">
      <dgm:prSet presAssocID="{EEAB4C65-E5E3-D34D-85B8-09374266442D}" presName="txTwo" presStyleLbl="node2" presStyleIdx="0" presStyleCnt="1">
        <dgm:presLayoutVars>
          <dgm:chPref val="3"/>
        </dgm:presLayoutVars>
      </dgm:prSet>
      <dgm:spPr/>
    </dgm:pt>
    <dgm:pt modelId="{617CA16C-631C-3F46-9F3A-8251BE52E664}" type="pres">
      <dgm:prSet presAssocID="{EEAB4C65-E5E3-D34D-85B8-09374266442D}" presName="parTransTwo" presStyleCnt="0"/>
      <dgm:spPr/>
    </dgm:pt>
    <dgm:pt modelId="{9D5802B0-C8B5-5D43-898B-316E3EC85892}" type="pres">
      <dgm:prSet presAssocID="{EEAB4C65-E5E3-D34D-85B8-09374266442D}" presName="horzTwo" presStyleCnt="0"/>
      <dgm:spPr/>
    </dgm:pt>
    <dgm:pt modelId="{A814AE30-DFCE-9546-81FF-E9E478FC87CA}" type="pres">
      <dgm:prSet presAssocID="{D4F0EAB3-D053-3447-8CEE-04E8BBAB5561}" presName="vertThree" presStyleCnt="0"/>
      <dgm:spPr/>
    </dgm:pt>
    <dgm:pt modelId="{1ADC52B6-B9E9-AF40-9484-6D6771815FF2}" type="pres">
      <dgm:prSet presAssocID="{D4F0EAB3-D053-3447-8CEE-04E8BBAB5561}" presName="txThree" presStyleLbl="node3" presStyleIdx="0" presStyleCnt="1">
        <dgm:presLayoutVars>
          <dgm:chPref val="3"/>
        </dgm:presLayoutVars>
      </dgm:prSet>
      <dgm:spPr/>
    </dgm:pt>
    <dgm:pt modelId="{F84B51BA-F3E2-1844-877F-8F2955559F99}" type="pres">
      <dgm:prSet presAssocID="{D4F0EAB3-D053-3447-8CEE-04E8BBAB5561}" presName="parTransThree" presStyleCnt="0"/>
      <dgm:spPr/>
    </dgm:pt>
    <dgm:pt modelId="{C8CA67B3-DC38-0D49-A1ED-6A8AE5B9C08B}" type="pres">
      <dgm:prSet presAssocID="{D4F0EAB3-D053-3447-8CEE-04E8BBAB5561}" presName="horzThree" presStyleCnt="0"/>
      <dgm:spPr/>
    </dgm:pt>
    <dgm:pt modelId="{4ACFCBC8-93B0-474E-9E87-92FA59F09A64}" type="pres">
      <dgm:prSet presAssocID="{B9E3489D-3A53-1143-90E3-F7C063072E10}" presName="vertFour" presStyleCnt="0">
        <dgm:presLayoutVars>
          <dgm:chPref val="3"/>
        </dgm:presLayoutVars>
      </dgm:prSet>
      <dgm:spPr/>
    </dgm:pt>
    <dgm:pt modelId="{BF010FC0-B10E-2045-AFDE-32C940DD20BB}" type="pres">
      <dgm:prSet presAssocID="{B9E3489D-3A53-1143-90E3-F7C063072E10}" presName="txFour" presStyleLbl="node4" presStyleIdx="0" presStyleCnt="9">
        <dgm:presLayoutVars>
          <dgm:chPref val="3"/>
        </dgm:presLayoutVars>
      </dgm:prSet>
      <dgm:spPr/>
    </dgm:pt>
    <dgm:pt modelId="{135ECEE3-C4D1-ED40-98E6-29BF5AFD2BE0}" type="pres">
      <dgm:prSet presAssocID="{B9E3489D-3A53-1143-90E3-F7C063072E10}" presName="parTransFour" presStyleCnt="0"/>
      <dgm:spPr/>
    </dgm:pt>
    <dgm:pt modelId="{40E60240-6CBA-F14F-9073-2A752ECDC590}" type="pres">
      <dgm:prSet presAssocID="{B9E3489D-3A53-1143-90E3-F7C063072E10}" presName="horzFour" presStyleCnt="0"/>
      <dgm:spPr/>
    </dgm:pt>
    <dgm:pt modelId="{5E4E3EC7-1872-F44B-A690-FCB64F0C3B1E}" type="pres">
      <dgm:prSet presAssocID="{7657DD45-7975-6342-B4B0-721CA89F7007}" presName="vertFour" presStyleCnt="0">
        <dgm:presLayoutVars>
          <dgm:chPref val="3"/>
        </dgm:presLayoutVars>
      </dgm:prSet>
      <dgm:spPr/>
    </dgm:pt>
    <dgm:pt modelId="{78A9A133-6814-C846-9F71-F72681C33257}" type="pres">
      <dgm:prSet presAssocID="{7657DD45-7975-6342-B4B0-721CA89F7007}" presName="txFour" presStyleLbl="node4" presStyleIdx="1" presStyleCnt="9">
        <dgm:presLayoutVars>
          <dgm:chPref val="3"/>
        </dgm:presLayoutVars>
      </dgm:prSet>
      <dgm:spPr/>
    </dgm:pt>
    <dgm:pt modelId="{3199CA2A-8ADC-A146-8A88-D27DC5F40090}" type="pres">
      <dgm:prSet presAssocID="{7657DD45-7975-6342-B4B0-721CA89F7007}" presName="parTransFour" presStyleCnt="0"/>
      <dgm:spPr/>
    </dgm:pt>
    <dgm:pt modelId="{59ED125E-BBD1-AA4D-8E8C-4A0F36ACED35}" type="pres">
      <dgm:prSet presAssocID="{7657DD45-7975-6342-B4B0-721CA89F7007}" presName="horzFour" presStyleCnt="0"/>
      <dgm:spPr/>
    </dgm:pt>
    <dgm:pt modelId="{5CB7ACC6-EF82-D745-8C38-538A8A282058}" type="pres">
      <dgm:prSet presAssocID="{2C7FEAC7-5B31-A94A-B85D-9A29845C79B7}" presName="vertFour" presStyleCnt="0">
        <dgm:presLayoutVars>
          <dgm:chPref val="3"/>
        </dgm:presLayoutVars>
      </dgm:prSet>
      <dgm:spPr/>
    </dgm:pt>
    <dgm:pt modelId="{7EE7FC36-0638-BC47-9854-2E3A944E9223}" type="pres">
      <dgm:prSet presAssocID="{2C7FEAC7-5B31-A94A-B85D-9A29845C79B7}" presName="txFour" presStyleLbl="node4" presStyleIdx="2" presStyleCnt="9">
        <dgm:presLayoutVars>
          <dgm:chPref val="3"/>
        </dgm:presLayoutVars>
      </dgm:prSet>
      <dgm:spPr/>
    </dgm:pt>
    <dgm:pt modelId="{5F5B8F9F-0369-7C4E-B361-30C26BA92F9C}" type="pres">
      <dgm:prSet presAssocID="{2C7FEAC7-5B31-A94A-B85D-9A29845C79B7}" presName="parTransFour" presStyleCnt="0"/>
      <dgm:spPr/>
    </dgm:pt>
    <dgm:pt modelId="{49D2E4D2-BD8C-8F45-841B-5D98FE5E343A}" type="pres">
      <dgm:prSet presAssocID="{2C7FEAC7-5B31-A94A-B85D-9A29845C79B7}" presName="horzFour" presStyleCnt="0"/>
      <dgm:spPr/>
    </dgm:pt>
    <dgm:pt modelId="{F6DC7E21-64CA-DD4E-A408-F3851C14EF90}" type="pres">
      <dgm:prSet presAssocID="{E6FBD620-4B33-5A49-A2A0-0B91D8E171F3}" presName="vertFour" presStyleCnt="0">
        <dgm:presLayoutVars>
          <dgm:chPref val="3"/>
        </dgm:presLayoutVars>
      </dgm:prSet>
      <dgm:spPr/>
    </dgm:pt>
    <dgm:pt modelId="{2835980D-04D8-4545-B7C4-405B086D0830}" type="pres">
      <dgm:prSet presAssocID="{E6FBD620-4B33-5A49-A2A0-0B91D8E171F3}" presName="txFour" presStyleLbl="node4" presStyleIdx="3" presStyleCnt="9">
        <dgm:presLayoutVars>
          <dgm:chPref val="3"/>
        </dgm:presLayoutVars>
      </dgm:prSet>
      <dgm:spPr/>
    </dgm:pt>
    <dgm:pt modelId="{904FE21C-857F-6743-AC81-D95D90586451}" type="pres">
      <dgm:prSet presAssocID="{E6FBD620-4B33-5A49-A2A0-0B91D8E171F3}" presName="parTransFour" presStyleCnt="0"/>
      <dgm:spPr/>
    </dgm:pt>
    <dgm:pt modelId="{4320A98B-E957-F549-A0DA-CB3889B8C258}" type="pres">
      <dgm:prSet presAssocID="{E6FBD620-4B33-5A49-A2A0-0B91D8E171F3}" presName="horzFour" presStyleCnt="0"/>
      <dgm:spPr/>
    </dgm:pt>
    <dgm:pt modelId="{E3091D53-8B1F-7D44-82A1-79E3321E2DE8}" type="pres">
      <dgm:prSet presAssocID="{7B809DC0-2BE3-D641-A135-9F51C43C4A05}" presName="vertFour" presStyleCnt="0">
        <dgm:presLayoutVars>
          <dgm:chPref val="3"/>
        </dgm:presLayoutVars>
      </dgm:prSet>
      <dgm:spPr/>
    </dgm:pt>
    <dgm:pt modelId="{F8AC5113-FA1A-0A49-9A8F-4CAAF42CF08A}" type="pres">
      <dgm:prSet presAssocID="{7B809DC0-2BE3-D641-A135-9F51C43C4A05}" presName="txFour" presStyleLbl="node4" presStyleIdx="4" presStyleCnt="9">
        <dgm:presLayoutVars>
          <dgm:chPref val="3"/>
        </dgm:presLayoutVars>
      </dgm:prSet>
      <dgm:spPr/>
    </dgm:pt>
    <dgm:pt modelId="{D3FF4FC5-9353-8946-BD22-0A0205249B43}" type="pres">
      <dgm:prSet presAssocID="{7B809DC0-2BE3-D641-A135-9F51C43C4A05}" presName="parTransFour" presStyleCnt="0"/>
      <dgm:spPr/>
    </dgm:pt>
    <dgm:pt modelId="{D2538A8F-E2D8-C34B-9124-3B693C11D089}" type="pres">
      <dgm:prSet presAssocID="{7B809DC0-2BE3-D641-A135-9F51C43C4A05}" presName="horzFour" presStyleCnt="0"/>
      <dgm:spPr/>
    </dgm:pt>
    <dgm:pt modelId="{F8D91BB0-7E69-DA43-B85A-0A0BAC42DEA8}" type="pres">
      <dgm:prSet presAssocID="{4546D831-BA62-5C4A-BCB2-1C31774BCD6A}" presName="vertFour" presStyleCnt="0">
        <dgm:presLayoutVars>
          <dgm:chPref val="3"/>
        </dgm:presLayoutVars>
      </dgm:prSet>
      <dgm:spPr/>
    </dgm:pt>
    <dgm:pt modelId="{1F4532E4-D897-F34F-9A2D-76F3E1B01660}" type="pres">
      <dgm:prSet presAssocID="{4546D831-BA62-5C4A-BCB2-1C31774BCD6A}" presName="txFour" presStyleLbl="node4" presStyleIdx="5" presStyleCnt="9">
        <dgm:presLayoutVars>
          <dgm:chPref val="3"/>
        </dgm:presLayoutVars>
      </dgm:prSet>
      <dgm:spPr/>
    </dgm:pt>
    <dgm:pt modelId="{C2A7B885-2ED9-6948-AED2-5DB97635B070}" type="pres">
      <dgm:prSet presAssocID="{4546D831-BA62-5C4A-BCB2-1C31774BCD6A}" presName="parTransFour" presStyleCnt="0"/>
      <dgm:spPr/>
    </dgm:pt>
    <dgm:pt modelId="{4D57BFFD-AE39-DD44-A2AF-9F017CDF2BCA}" type="pres">
      <dgm:prSet presAssocID="{4546D831-BA62-5C4A-BCB2-1C31774BCD6A}" presName="horzFour" presStyleCnt="0"/>
      <dgm:spPr/>
    </dgm:pt>
    <dgm:pt modelId="{002836C3-C44A-5F44-9821-676A07ECC3DB}" type="pres">
      <dgm:prSet presAssocID="{D1E3B563-0501-7F47-B9F4-F109C62955B1}" presName="vertFour" presStyleCnt="0">
        <dgm:presLayoutVars>
          <dgm:chPref val="3"/>
        </dgm:presLayoutVars>
      </dgm:prSet>
      <dgm:spPr/>
    </dgm:pt>
    <dgm:pt modelId="{F095B5F8-F7D2-3442-8725-E6F6E811C676}" type="pres">
      <dgm:prSet presAssocID="{D1E3B563-0501-7F47-B9F4-F109C62955B1}" presName="txFour" presStyleLbl="node4" presStyleIdx="6" presStyleCnt="9">
        <dgm:presLayoutVars>
          <dgm:chPref val="3"/>
        </dgm:presLayoutVars>
      </dgm:prSet>
      <dgm:spPr/>
    </dgm:pt>
    <dgm:pt modelId="{98AC81F9-7265-B148-B187-5C5DEEAAFCA9}" type="pres">
      <dgm:prSet presAssocID="{D1E3B563-0501-7F47-B9F4-F109C62955B1}" presName="parTransFour" presStyleCnt="0"/>
      <dgm:spPr/>
    </dgm:pt>
    <dgm:pt modelId="{6DE75D6A-295A-7641-85D7-60A24888D60E}" type="pres">
      <dgm:prSet presAssocID="{D1E3B563-0501-7F47-B9F4-F109C62955B1}" presName="horzFour" presStyleCnt="0"/>
      <dgm:spPr/>
    </dgm:pt>
    <dgm:pt modelId="{C94439A1-05B8-3F4A-99E8-E980050DFCE2}" type="pres">
      <dgm:prSet presAssocID="{5A7F0626-6E0E-8645-A523-E60A10984C3A}" presName="vertFour" presStyleCnt="0">
        <dgm:presLayoutVars>
          <dgm:chPref val="3"/>
        </dgm:presLayoutVars>
      </dgm:prSet>
      <dgm:spPr/>
    </dgm:pt>
    <dgm:pt modelId="{F2885F41-7D26-DF4D-97DD-24A07D87F073}" type="pres">
      <dgm:prSet presAssocID="{5A7F0626-6E0E-8645-A523-E60A10984C3A}" presName="txFour" presStyleLbl="node4" presStyleIdx="7" presStyleCnt="9">
        <dgm:presLayoutVars>
          <dgm:chPref val="3"/>
        </dgm:presLayoutVars>
      </dgm:prSet>
      <dgm:spPr/>
    </dgm:pt>
    <dgm:pt modelId="{2CF726DD-2B59-DB48-B5BA-F3808649A5F9}" type="pres">
      <dgm:prSet presAssocID="{5A7F0626-6E0E-8645-A523-E60A10984C3A}" presName="parTransFour" presStyleCnt="0"/>
      <dgm:spPr/>
    </dgm:pt>
    <dgm:pt modelId="{7F0B15CD-E62B-2146-B433-BB3D2925339F}" type="pres">
      <dgm:prSet presAssocID="{5A7F0626-6E0E-8645-A523-E60A10984C3A}" presName="horzFour" presStyleCnt="0"/>
      <dgm:spPr/>
    </dgm:pt>
    <dgm:pt modelId="{247BE962-C88F-384F-9CE2-AFB42626145C}" type="pres">
      <dgm:prSet presAssocID="{86F312AB-3E4D-CD41-BE5F-23093BE06730}" presName="vertFour" presStyleCnt="0">
        <dgm:presLayoutVars>
          <dgm:chPref val="3"/>
        </dgm:presLayoutVars>
      </dgm:prSet>
      <dgm:spPr/>
    </dgm:pt>
    <dgm:pt modelId="{D91C49EE-A040-574C-9079-E70598A45305}" type="pres">
      <dgm:prSet presAssocID="{86F312AB-3E4D-CD41-BE5F-23093BE06730}" presName="txFour" presStyleLbl="node4" presStyleIdx="8" presStyleCnt="9">
        <dgm:presLayoutVars>
          <dgm:chPref val="3"/>
        </dgm:presLayoutVars>
      </dgm:prSet>
      <dgm:spPr/>
    </dgm:pt>
    <dgm:pt modelId="{D9E63B89-D661-6341-8C88-4F29C84C7C12}" type="pres">
      <dgm:prSet presAssocID="{86F312AB-3E4D-CD41-BE5F-23093BE06730}" presName="horzFour" presStyleCnt="0"/>
      <dgm:spPr/>
    </dgm:pt>
  </dgm:ptLst>
  <dgm:cxnLst>
    <dgm:cxn modelId="{EBACE114-688A-0A4A-9143-31B166CD2392}" srcId="{EEAB4C65-E5E3-D34D-85B8-09374266442D}" destId="{D4F0EAB3-D053-3447-8CEE-04E8BBAB5561}" srcOrd="0" destOrd="0" parTransId="{C230152A-6C16-4449-996C-7E44352249DE}" sibTransId="{E6C8BB27-FB8C-D542-ADC5-BE387AD39422}"/>
    <dgm:cxn modelId="{A633B22F-C265-2E4B-8F1A-64EDF86028CA}" srcId="{A74AD7F7-3B06-6D4B-9EF3-3486D20AFD75}" destId="{1F2DC098-D0DB-1F49-B8C2-E85A9998B08C}" srcOrd="0" destOrd="0" parTransId="{0FE73CAC-3BF7-9946-9139-D0245E4F9359}" sibTransId="{A806719E-5637-1B48-9CE6-F984B0FCC923}"/>
    <dgm:cxn modelId="{91911031-97CB-0642-B48E-C0A218F77140}" srcId="{B9E3489D-3A53-1143-90E3-F7C063072E10}" destId="{7657DD45-7975-6342-B4B0-721CA89F7007}" srcOrd="0" destOrd="0" parTransId="{427076DA-BC32-7E4A-B732-823F6EC2E7F2}" sibTransId="{3CD8F09C-7491-DC45-8F8D-6EEAF9A76BDD}"/>
    <dgm:cxn modelId="{70ECB735-8FDA-C540-B5BA-E5FF5A0F8B0B}" type="presOf" srcId="{7657DD45-7975-6342-B4B0-721CA89F7007}" destId="{78A9A133-6814-C846-9F71-F72681C33257}" srcOrd="0" destOrd="0" presId="urn:microsoft.com/office/officeart/2005/8/layout/hierarchy4"/>
    <dgm:cxn modelId="{3646D237-72D2-D346-8319-ACB89BAE0F43}" type="presOf" srcId="{1F2DC098-D0DB-1F49-B8C2-E85A9998B08C}" destId="{B3D92098-3C72-4D45-A0DB-272B950DEC5C}" srcOrd="0" destOrd="0" presId="urn:microsoft.com/office/officeart/2005/8/layout/hierarchy4"/>
    <dgm:cxn modelId="{AEDED737-845B-5645-825A-C14A5D0081CB}" type="presOf" srcId="{E6FBD620-4B33-5A49-A2A0-0B91D8E171F3}" destId="{2835980D-04D8-4545-B7C4-405B086D0830}" srcOrd="0" destOrd="0" presId="urn:microsoft.com/office/officeart/2005/8/layout/hierarchy4"/>
    <dgm:cxn modelId="{3C186C38-2839-2C43-9597-A4F935F629C6}" type="presOf" srcId="{7B809DC0-2BE3-D641-A135-9F51C43C4A05}" destId="{F8AC5113-FA1A-0A49-9A8F-4CAAF42CF08A}" srcOrd="0" destOrd="0" presId="urn:microsoft.com/office/officeart/2005/8/layout/hierarchy4"/>
    <dgm:cxn modelId="{5CA7A241-C7EC-F94C-90C4-528C7DDC5762}" type="presOf" srcId="{86F312AB-3E4D-CD41-BE5F-23093BE06730}" destId="{D91C49EE-A040-574C-9079-E70598A45305}" srcOrd="0" destOrd="0" presId="urn:microsoft.com/office/officeart/2005/8/layout/hierarchy4"/>
    <dgm:cxn modelId="{2B050342-C101-D948-B86D-C9260184EADF}" type="presOf" srcId="{EEAB4C65-E5E3-D34D-85B8-09374266442D}" destId="{3361C7BF-5645-3043-BE46-005CBBDFB4E7}" srcOrd="0" destOrd="0" presId="urn:microsoft.com/office/officeart/2005/8/layout/hierarchy4"/>
    <dgm:cxn modelId="{7E3A0472-7DB4-2447-AB4A-199BFDDE03AB}" type="presOf" srcId="{5A7F0626-6E0E-8645-A523-E60A10984C3A}" destId="{F2885F41-7D26-DF4D-97DD-24A07D87F073}" srcOrd="0" destOrd="0" presId="urn:microsoft.com/office/officeart/2005/8/layout/hierarchy4"/>
    <dgm:cxn modelId="{DFAD6881-5B63-BA46-A502-430CC1E9963B}" srcId="{D4F0EAB3-D053-3447-8CEE-04E8BBAB5561}" destId="{B9E3489D-3A53-1143-90E3-F7C063072E10}" srcOrd="0" destOrd="0" parTransId="{FBEDF3B0-4FB7-BD41-A1A8-ED6D930F7309}" sibTransId="{234A9057-A201-F746-B503-DC7D35D9EAC9}"/>
    <dgm:cxn modelId="{A2730C91-7E00-A34D-A9D9-19CD97DCA453}" srcId="{7B809DC0-2BE3-D641-A135-9F51C43C4A05}" destId="{4546D831-BA62-5C4A-BCB2-1C31774BCD6A}" srcOrd="0" destOrd="0" parTransId="{4F04BF0E-5103-F247-9142-D018403C4A51}" sibTransId="{72D54908-3176-7541-823B-657A29E11A9B}"/>
    <dgm:cxn modelId="{6EDCE7A3-BEEB-E445-857A-7673709E4EE8}" srcId="{1F2DC098-D0DB-1F49-B8C2-E85A9998B08C}" destId="{EEAB4C65-E5E3-D34D-85B8-09374266442D}" srcOrd="0" destOrd="0" parTransId="{356E5C07-CFC5-544C-BDE7-8EC61FE63942}" sibTransId="{38A6DF07-3B7F-4546-8290-63F77BD14243}"/>
    <dgm:cxn modelId="{EC00A1BE-8784-8E42-A67B-BC13D3B467FE}" type="presOf" srcId="{B9E3489D-3A53-1143-90E3-F7C063072E10}" destId="{BF010FC0-B10E-2045-AFDE-32C940DD20BB}" srcOrd="0" destOrd="0" presId="urn:microsoft.com/office/officeart/2005/8/layout/hierarchy4"/>
    <dgm:cxn modelId="{605FC4C8-C23F-B145-BB8F-6520B3B76B15}" srcId="{5A7F0626-6E0E-8645-A523-E60A10984C3A}" destId="{86F312AB-3E4D-CD41-BE5F-23093BE06730}" srcOrd="0" destOrd="0" parTransId="{1104DEB3-9981-F743-BF26-2930FC8714FC}" sibTransId="{3660F0A7-E4FC-D644-9DD5-7F85C145C74F}"/>
    <dgm:cxn modelId="{F2DE26D4-8536-5944-BC8A-1F20E2B31F83}" type="presOf" srcId="{2C7FEAC7-5B31-A94A-B85D-9A29845C79B7}" destId="{7EE7FC36-0638-BC47-9854-2E3A944E9223}" srcOrd="0" destOrd="0" presId="urn:microsoft.com/office/officeart/2005/8/layout/hierarchy4"/>
    <dgm:cxn modelId="{EA5845D4-E63C-1F43-AF69-130E31AA1A07}" srcId="{D1E3B563-0501-7F47-B9F4-F109C62955B1}" destId="{5A7F0626-6E0E-8645-A523-E60A10984C3A}" srcOrd="0" destOrd="0" parTransId="{AE85B0C1-EA7E-B74C-AFB4-4827A1450366}" sibTransId="{055653EF-D457-B344-9FB1-51B72D2F306C}"/>
    <dgm:cxn modelId="{641EE1D5-9975-FF4C-BC3E-BB47A3335F2A}" type="presOf" srcId="{D1E3B563-0501-7F47-B9F4-F109C62955B1}" destId="{F095B5F8-F7D2-3442-8725-E6F6E811C676}" srcOrd="0" destOrd="0" presId="urn:microsoft.com/office/officeart/2005/8/layout/hierarchy4"/>
    <dgm:cxn modelId="{CCD919E5-04BE-014C-8C4F-4C730EE49BAC}" type="presOf" srcId="{4546D831-BA62-5C4A-BCB2-1C31774BCD6A}" destId="{1F4532E4-D897-F34F-9A2D-76F3E1B01660}" srcOrd="0" destOrd="0" presId="urn:microsoft.com/office/officeart/2005/8/layout/hierarchy4"/>
    <dgm:cxn modelId="{9EFC21EF-1113-9B44-ADDB-1293911A35D0}" type="presOf" srcId="{D4F0EAB3-D053-3447-8CEE-04E8BBAB5561}" destId="{1ADC52B6-B9E9-AF40-9484-6D6771815FF2}" srcOrd="0" destOrd="0" presId="urn:microsoft.com/office/officeart/2005/8/layout/hierarchy4"/>
    <dgm:cxn modelId="{4BBAFFEF-EDE2-C044-A3DD-ECDA0808B172}" type="presOf" srcId="{A74AD7F7-3B06-6D4B-9EF3-3486D20AFD75}" destId="{F54D2BBF-8E30-1D4D-99AC-E2507B611149}" srcOrd="0" destOrd="0" presId="urn:microsoft.com/office/officeart/2005/8/layout/hierarchy4"/>
    <dgm:cxn modelId="{D905CDF2-C7FA-4C48-B787-6E3D012E3495}" srcId="{4546D831-BA62-5C4A-BCB2-1C31774BCD6A}" destId="{D1E3B563-0501-7F47-B9F4-F109C62955B1}" srcOrd="0" destOrd="0" parTransId="{C5CD715E-119A-EA4D-9726-687C893143A6}" sibTransId="{C1979637-400D-B445-B706-15A1CC13D6D7}"/>
    <dgm:cxn modelId="{96A225F3-C7FD-F04C-A7AC-CD3EC2ADEDDB}" srcId="{2C7FEAC7-5B31-A94A-B85D-9A29845C79B7}" destId="{E6FBD620-4B33-5A49-A2A0-0B91D8E171F3}" srcOrd="0" destOrd="0" parTransId="{80509A86-086F-BE46-A77C-810F273F3896}" sibTransId="{4153DF75-9A58-C548-A139-1D2EF6A7C893}"/>
    <dgm:cxn modelId="{70D774FA-588A-344E-8C97-530D0123289E}" srcId="{7657DD45-7975-6342-B4B0-721CA89F7007}" destId="{2C7FEAC7-5B31-A94A-B85D-9A29845C79B7}" srcOrd="0" destOrd="0" parTransId="{622F441F-4F7B-6D41-9626-19794427E32B}" sibTransId="{4DD38AE5-8A94-2E4D-B733-A2F06FADFC23}"/>
    <dgm:cxn modelId="{B9A166FE-7A11-E84F-9542-B4A9370CA41C}" srcId="{E6FBD620-4B33-5A49-A2A0-0B91D8E171F3}" destId="{7B809DC0-2BE3-D641-A135-9F51C43C4A05}" srcOrd="0" destOrd="0" parTransId="{8428148F-D871-C844-A9BE-DE70C9166F29}" sibTransId="{3C29B5A2-38B3-2D42-93E2-682EAD871C3F}"/>
    <dgm:cxn modelId="{CEA13CD8-7206-2F40-BEDE-7997E6DE1D98}" type="presParOf" srcId="{F54D2BBF-8E30-1D4D-99AC-E2507B611149}" destId="{F27244D7-AECA-D843-A686-371A68A3F441}" srcOrd="0" destOrd="0" presId="urn:microsoft.com/office/officeart/2005/8/layout/hierarchy4"/>
    <dgm:cxn modelId="{CE1A3E3D-2425-454C-A3FB-FECD5524BB7D}" type="presParOf" srcId="{F27244D7-AECA-D843-A686-371A68A3F441}" destId="{B3D92098-3C72-4D45-A0DB-272B950DEC5C}" srcOrd="0" destOrd="0" presId="urn:microsoft.com/office/officeart/2005/8/layout/hierarchy4"/>
    <dgm:cxn modelId="{A5A4A6A5-5A05-0A4A-ACA8-3686E492AB06}" type="presParOf" srcId="{F27244D7-AECA-D843-A686-371A68A3F441}" destId="{3D43CF38-750F-574A-9D2D-6F8D306EA2CB}" srcOrd="1" destOrd="0" presId="urn:microsoft.com/office/officeart/2005/8/layout/hierarchy4"/>
    <dgm:cxn modelId="{34526F7D-4CAE-B74C-A558-7A4667A07153}" type="presParOf" srcId="{F27244D7-AECA-D843-A686-371A68A3F441}" destId="{9358A43E-19CF-404F-8869-3FA6F5C68D47}" srcOrd="2" destOrd="0" presId="urn:microsoft.com/office/officeart/2005/8/layout/hierarchy4"/>
    <dgm:cxn modelId="{FFFF3AFF-041F-A44C-BE7A-A0DE69EBE6F0}" type="presParOf" srcId="{9358A43E-19CF-404F-8869-3FA6F5C68D47}" destId="{BC52F9DB-0874-E24E-A25A-B35DAD248219}" srcOrd="0" destOrd="0" presId="urn:microsoft.com/office/officeart/2005/8/layout/hierarchy4"/>
    <dgm:cxn modelId="{E67E9736-37BC-9343-BF63-9FB6908B98B0}" type="presParOf" srcId="{BC52F9DB-0874-E24E-A25A-B35DAD248219}" destId="{3361C7BF-5645-3043-BE46-005CBBDFB4E7}" srcOrd="0" destOrd="0" presId="urn:microsoft.com/office/officeart/2005/8/layout/hierarchy4"/>
    <dgm:cxn modelId="{7D9FBBD5-B362-7B4A-9BE9-BFF136D86585}" type="presParOf" srcId="{BC52F9DB-0874-E24E-A25A-B35DAD248219}" destId="{617CA16C-631C-3F46-9F3A-8251BE52E664}" srcOrd="1" destOrd="0" presId="urn:microsoft.com/office/officeart/2005/8/layout/hierarchy4"/>
    <dgm:cxn modelId="{A742917C-6A86-DD4D-8F8F-357B7F595BDB}" type="presParOf" srcId="{BC52F9DB-0874-E24E-A25A-B35DAD248219}" destId="{9D5802B0-C8B5-5D43-898B-316E3EC85892}" srcOrd="2" destOrd="0" presId="urn:microsoft.com/office/officeart/2005/8/layout/hierarchy4"/>
    <dgm:cxn modelId="{4304D461-D563-7548-BC37-EEC5148F5874}" type="presParOf" srcId="{9D5802B0-C8B5-5D43-898B-316E3EC85892}" destId="{A814AE30-DFCE-9546-81FF-E9E478FC87CA}" srcOrd="0" destOrd="0" presId="urn:microsoft.com/office/officeart/2005/8/layout/hierarchy4"/>
    <dgm:cxn modelId="{04785D93-8F0A-AA48-B3D8-360BD025173E}" type="presParOf" srcId="{A814AE30-DFCE-9546-81FF-E9E478FC87CA}" destId="{1ADC52B6-B9E9-AF40-9484-6D6771815FF2}" srcOrd="0" destOrd="0" presId="urn:microsoft.com/office/officeart/2005/8/layout/hierarchy4"/>
    <dgm:cxn modelId="{6EDC5FB6-A0B1-C745-BB08-2044B5872C0F}" type="presParOf" srcId="{A814AE30-DFCE-9546-81FF-E9E478FC87CA}" destId="{F84B51BA-F3E2-1844-877F-8F2955559F99}" srcOrd="1" destOrd="0" presId="urn:microsoft.com/office/officeart/2005/8/layout/hierarchy4"/>
    <dgm:cxn modelId="{2FB917BE-765D-D44E-A752-49735822C220}" type="presParOf" srcId="{A814AE30-DFCE-9546-81FF-E9E478FC87CA}" destId="{C8CA67B3-DC38-0D49-A1ED-6A8AE5B9C08B}" srcOrd="2" destOrd="0" presId="urn:microsoft.com/office/officeart/2005/8/layout/hierarchy4"/>
    <dgm:cxn modelId="{8AB2CF1E-B6A6-8340-AE2B-67B22D961066}" type="presParOf" srcId="{C8CA67B3-DC38-0D49-A1ED-6A8AE5B9C08B}" destId="{4ACFCBC8-93B0-474E-9E87-92FA59F09A64}" srcOrd="0" destOrd="0" presId="urn:microsoft.com/office/officeart/2005/8/layout/hierarchy4"/>
    <dgm:cxn modelId="{B61399B2-1549-8243-AC13-9D71E3D6D420}" type="presParOf" srcId="{4ACFCBC8-93B0-474E-9E87-92FA59F09A64}" destId="{BF010FC0-B10E-2045-AFDE-32C940DD20BB}" srcOrd="0" destOrd="0" presId="urn:microsoft.com/office/officeart/2005/8/layout/hierarchy4"/>
    <dgm:cxn modelId="{11E517A4-B006-AA45-A541-0CB7EFAB9E4A}" type="presParOf" srcId="{4ACFCBC8-93B0-474E-9E87-92FA59F09A64}" destId="{135ECEE3-C4D1-ED40-98E6-29BF5AFD2BE0}" srcOrd="1" destOrd="0" presId="urn:microsoft.com/office/officeart/2005/8/layout/hierarchy4"/>
    <dgm:cxn modelId="{DB05DBF3-F36C-E842-B3B1-20B7DED78927}" type="presParOf" srcId="{4ACFCBC8-93B0-474E-9E87-92FA59F09A64}" destId="{40E60240-6CBA-F14F-9073-2A752ECDC590}" srcOrd="2" destOrd="0" presId="urn:microsoft.com/office/officeart/2005/8/layout/hierarchy4"/>
    <dgm:cxn modelId="{85B2B73F-F6C4-1A45-B749-7C9CAE99A4B7}" type="presParOf" srcId="{40E60240-6CBA-F14F-9073-2A752ECDC590}" destId="{5E4E3EC7-1872-F44B-A690-FCB64F0C3B1E}" srcOrd="0" destOrd="0" presId="urn:microsoft.com/office/officeart/2005/8/layout/hierarchy4"/>
    <dgm:cxn modelId="{4C9C62BF-8816-C541-B403-CA7BB32F7FF3}" type="presParOf" srcId="{5E4E3EC7-1872-F44B-A690-FCB64F0C3B1E}" destId="{78A9A133-6814-C846-9F71-F72681C33257}" srcOrd="0" destOrd="0" presId="urn:microsoft.com/office/officeart/2005/8/layout/hierarchy4"/>
    <dgm:cxn modelId="{EDAE0F3A-5D54-5C44-B54C-68036FEBC47E}" type="presParOf" srcId="{5E4E3EC7-1872-F44B-A690-FCB64F0C3B1E}" destId="{3199CA2A-8ADC-A146-8A88-D27DC5F40090}" srcOrd="1" destOrd="0" presId="urn:microsoft.com/office/officeart/2005/8/layout/hierarchy4"/>
    <dgm:cxn modelId="{F329BAB8-71B7-5D40-B606-A36CD7095C51}" type="presParOf" srcId="{5E4E3EC7-1872-F44B-A690-FCB64F0C3B1E}" destId="{59ED125E-BBD1-AA4D-8E8C-4A0F36ACED35}" srcOrd="2" destOrd="0" presId="urn:microsoft.com/office/officeart/2005/8/layout/hierarchy4"/>
    <dgm:cxn modelId="{168BB6F1-7CD1-C448-86EB-C72EEDF29F74}" type="presParOf" srcId="{59ED125E-BBD1-AA4D-8E8C-4A0F36ACED35}" destId="{5CB7ACC6-EF82-D745-8C38-538A8A282058}" srcOrd="0" destOrd="0" presId="urn:microsoft.com/office/officeart/2005/8/layout/hierarchy4"/>
    <dgm:cxn modelId="{C7C2390A-086C-5B41-AE03-3574B76FD53D}" type="presParOf" srcId="{5CB7ACC6-EF82-D745-8C38-538A8A282058}" destId="{7EE7FC36-0638-BC47-9854-2E3A944E9223}" srcOrd="0" destOrd="0" presId="urn:microsoft.com/office/officeart/2005/8/layout/hierarchy4"/>
    <dgm:cxn modelId="{9F9BF506-FE81-9C4F-B2BE-CD5E3469E7EE}" type="presParOf" srcId="{5CB7ACC6-EF82-D745-8C38-538A8A282058}" destId="{5F5B8F9F-0369-7C4E-B361-30C26BA92F9C}" srcOrd="1" destOrd="0" presId="urn:microsoft.com/office/officeart/2005/8/layout/hierarchy4"/>
    <dgm:cxn modelId="{0F3A4652-9A53-104A-A1A5-DD4BF56C053A}" type="presParOf" srcId="{5CB7ACC6-EF82-D745-8C38-538A8A282058}" destId="{49D2E4D2-BD8C-8F45-841B-5D98FE5E343A}" srcOrd="2" destOrd="0" presId="urn:microsoft.com/office/officeart/2005/8/layout/hierarchy4"/>
    <dgm:cxn modelId="{9DEE2E88-853C-1842-A549-459801556FCE}" type="presParOf" srcId="{49D2E4D2-BD8C-8F45-841B-5D98FE5E343A}" destId="{F6DC7E21-64CA-DD4E-A408-F3851C14EF90}" srcOrd="0" destOrd="0" presId="urn:microsoft.com/office/officeart/2005/8/layout/hierarchy4"/>
    <dgm:cxn modelId="{9AB121D4-167C-B945-8766-6E9179B09718}" type="presParOf" srcId="{F6DC7E21-64CA-DD4E-A408-F3851C14EF90}" destId="{2835980D-04D8-4545-B7C4-405B086D0830}" srcOrd="0" destOrd="0" presId="urn:microsoft.com/office/officeart/2005/8/layout/hierarchy4"/>
    <dgm:cxn modelId="{F418DBF9-3CFC-6740-93F5-CA6BC2078046}" type="presParOf" srcId="{F6DC7E21-64CA-DD4E-A408-F3851C14EF90}" destId="{904FE21C-857F-6743-AC81-D95D90586451}" srcOrd="1" destOrd="0" presId="urn:microsoft.com/office/officeart/2005/8/layout/hierarchy4"/>
    <dgm:cxn modelId="{71426087-C484-B74F-9696-36DBCB3C3D61}" type="presParOf" srcId="{F6DC7E21-64CA-DD4E-A408-F3851C14EF90}" destId="{4320A98B-E957-F549-A0DA-CB3889B8C258}" srcOrd="2" destOrd="0" presId="urn:microsoft.com/office/officeart/2005/8/layout/hierarchy4"/>
    <dgm:cxn modelId="{9440D9D0-9A65-6346-B7F9-31218E56BC0C}" type="presParOf" srcId="{4320A98B-E957-F549-A0DA-CB3889B8C258}" destId="{E3091D53-8B1F-7D44-82A1-79E3321E2DE8}" srcOrd="0" destOrd="0" presId="urn:microsoft.com/office/officeart/2005/8/layout/hierarchy4"/>
    <dgm:cxn modelId="{5CB4CF7F-4F0D-E740-815A-7838DA1C9E1A}" type="presParOf" srcId="{E3091D53-8B1F-7D44-82A1-79E3321E2DE8}" destId="{F8AC5113-FA1A-0A49-9A8F-4CAAF42CF08A}" srcOrd="0" destOrd="0" presId="urn:microsoft.com/office/officeart/2005/8/layout/hierarchy4"/>
    <dgm:cxn modelId="{D7B473E5-0169-4349-A096-C5C47BECB0A4}" type="presParOf" srcId="{E3091D53-8B1F-7D44-82A1-79E3321E2DE8}" destId="{D3FF4FC5-9353-8946-BD22-0A0205249B43}" srcOrd="1" destOrd="0" presId="urn:microsoft.com/office/officeart/2005/8/layout/hierarchy4"/>
    <dgm:cxn modelId="{5D80E42A-E43B-484F-AA5B-9AAD0C94634E}" type="presParOf" srcId="{E3091D53-8B1F-7D44-82A1-79E3321E2DE8}" destId="{D2538A8F-E2D8-C34B-9124-3B693C11D089}" srcOrd="2" destOrd="0" presId="urn:microsoft.com/office/officeart/2005/8/layout/hierarchy4"/>
    <dgm:cxn modelId="{316CFA73-6ADA-3444-84BC-B83BABAD0687}" type="presParOf" srcId="{D2538A8F-E2D8-C34B-9124-3B693C11D089}" destId="{F8D91BB0-7E69-DA43-B85A-0A0BAC42DEA8}" srcOrd="0" destOrd="0" presId="urn:microsoft.com/office/officeart/2005/8/layout/hierarchy4"/>
    <dgm:cxn modelId="{58C4CA81-C105-344A-B255-F2B5DE9EAF63}" type="presParOf" srcId="{F8D91BB0-7E69-DA43-B85A-0A0BAC42DEA8}" destId="{1F4532E4-D897-F34F-9A2D-76F3E1B01660}" srcOrd="0" destOrd="0" presId="urn:microsoft.com/office/officeart/2005/8/layout/hierarchy4"/>
    <dgm:cxn modelId="{FC0D0125-A64E-3B4A-B85B-96D8F5B070CB}" type="presParOf" srcId="{F8D91BB0-7E69-DA43-B85A-0A0BAC42DEA8}" destId="{C2A7B885-2ED9-6948-AED2-5DB97635B070}" srcOrd="1" destOrd="0" presId="urn:microsoft.com/office/officeart/2005/8/layout/hierarchy4"/>
    <dgm:cxn modelId="{F2007054-F65C-BF48-936D-A997D2FC4721}" type="presParOf" srcId="{F8D91BB0-7E69-DA43-B85A-0A0BAC42DEA8}" destId="{4D57BFFD-AE39-DD44-A2AF-9F017CDF2BCA}" srcOrd="2" destOrd="0" presId="urn:microsoft.com/office/officeart/2005/8/layout/hierarchy4"/>
    <dgm:cxn modelId="{A4B0C28C-3E83-C242-9850-272FACBCE362}" type="presParOf" srcId="{4D57BFFD-AE39-DD44-A2AF-9F017CDF2BCA}" destId="{002836C3-C44A-5F44-9821-676A07ECC3DB}" srcOrd="0" destOrd="0" presId="urn:microsoft.com/office/officeart/2005/8/layout/hierarchy4"/>
    <dgm:cxn modelId="{050B7793-85BE-964E-AE03-4DEF1C7546F6}" type="presParOf" srcId="{002836C3-C44A-5F44-9821-676A07ECC3DB}" destId="{F095B5F8-F7D2-3442-8725-E6F6E811C676}" srcOrd="0" destOrd="0" presId="urn:microsoft.com/office/officeart/2005/8/layout/hierarchy4"/>
    <dgm:cxn modelId="{6BE32E3A-340A-184D-945D-B432B1CA7DE1}" type="presParOf" srcId="{002836C3-C44A-5F44-9821-676A07ECC3DB}" destId="{98AC81F9-7265-B148-B187-5C5DEEAAFCA9}" srcOrd="1" destOrd="0" presId="urn:microsoft.com/office/officeart/2005/8/layout/hierarchy4"/>
    <dgm:cxn modelId="{B5E02A17-A3E4-9B40-A986-6B84A6C8C31B}" type="presParOf" srcId="{002836C3-C44A-5F44-9821-676A07ECC3DB}" destId="{6DE75D6A-295A-7641-85D7-60A24888D60E}" srcOrd="2" destOrd="0" presId="urn:microsoft.com/office/officeart/2005/8/layout/hierarchy4"/>
    <dgm:cxn modelId="{86B7EDD2-B205-C747-A9C2-DED0E950DD9D}" type="presParOf" srcId="{6DE75D6A-295A-7641-85D7-60A24888D60E}" destId="{C94439A1-05B8-3F4A-99E8-E980050DFCE2}" srcOrd="0" destOrd="0" presId="urn:microsoft.com/office/officeart/2005/8/layout/hierarchy4"/>
    <dgm:cxn modelId="{C3E7824B-892A-7D44-9C57-C3520062056B}" type="presParOf" srcId="{C94439A1-05B8-3F4A-99E8-E980050DFCE2}" destId="{F2885F41-7D26-DF4D-97DD-24A07D87F073}" srcOrd="0" destOrd="0" presId="urn:microsoft.com/office/officeart/2005/8/layout/hierarchy4"/>
    <dgm:cxn modelId="{3FAABB08-400A-4744-BC53-F76AFB13842A}" type="presParOf" srcId="{C94439A1-05B8-3F4A-99E8-E980050DFCE2}" destId="{2CF726DD-2B59-DB48-B5BA-F3808649A5F9}" srcOrd="1" destOrd="0" presId="urn:microsoft.com/office/officeart/2005/8/layout/hierarchy4"/>
    <dgm:cxn modelId="{4749FD2B-D1A0-3146-BC4D-14A53A03C792}" type="presParOf" srcId="{C94439A1-05B8-3F4A-99E8-E980050DFCE2}" destId="{7F0B15CD-E62B-2146-B433-BB3D2925339F}" srcOrd="2" destOrd="0" presId="urn:microsoft.com/office/officeart/2005/8/layout/hierarchy4"/>
    <dgm:cxn modelId="{87FA362A-2AE7-CD44-B3A6-6DFC4CAACC85}" type="presParOf" srcId="{7F0B15CD-E62B-2146-B433-BB3D2925339F}" destId="{247BE962-C88F-384F-9CE2-AFB42626145C}" srcOrd="0" destOrd="0" presId="urn:microsoft.com/office/officeart/2005/8/layout/hierarchy4"/>
    <dgm:cxn modelId="{9FD05875-19B4-8B42-A6F3-A0516E85FE05}" type="presParOf" srcId="{247BE962-C88F-384F-9CE2-AFB42626145C}" destId="{D91C49EE-A040-574C-9079-E70598A45305}" srcOrd="0" destOrd="0" presId="urn:microsoft.com/office/officeart/2005/8/layout/hierarchy4"/>
    <dgm:cxn modelId="{835F52BA-F128-DB44-9FA0-0107425B4220}" type="presParOf" srcId="{247BE962-C88F-384F-9CE2-AFB42626145C}" destId="{D9E63B89-D661-6341-8C88-4F29C84C7C12}" srcOrd="1" destOrd="0" presId="urn:microsoft.com/office/officeart/2005/8/layout/hierarchy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3D92098-3C72-4D45-A0DB-272B950DEC5C}">
      <dsp:nvSpPr>
        <dsp:cNvPr id="0" name=""/>
        <dsp:cNvSpPr/>
      </dsp:nvSpPr>
      <dsp:spPr>
        <a:xfrm>
          <a:off x="1803" y="1184"/>
          <a:ext cx="3689562" cy="37832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kern="1200" dirty="0"/>
            <a:t>Aplicação</a:t>
          </a:r>
        </a:p>
      </dsp:txBody>
      <dsp:txXfrm>
        <a:off x="12884" y="12265"/>
        <a:ext cx="3667400" cy="356159"/>
      </dsp:txXfrm>
    </dsp:sp>
    <dsp:sp modelId="{3361C7BF-5645-3043-BE46-005CBBDFB4E7}">
      <dsp:nvSpPr>
        <dsp:cNvPr id="0" name=""/>
        <dsp:cNvSpPr/>
      </dsp:nvSpPr>
      <dsp:spPr>
        <a:xfrm>
          <a:off x="1803" y="396067"/>
          <a:ext cx="3689562" cy="37832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kern="1200" dirty="0"/>
            <a:t>Sistema Operacional</a:t>
          </a:r>
        </a:p>
      </dsp:txBody>
      <dsp:txXfrm>
        <a:off x="12884" y="407148"/>
        <a:ext cx="3667400" cy="356159"/>
      </dsp:txXfrm>
    </dsp:sp>
    <dsp:sp modelId="{1ADC52B6-B9E9-AF40-9484-6D6771815FF2}">
      <dsp:nvSpPr>
        <dsp:cNvPr id="0" name=""/>
        <dsp:cNvSpPr/>
      </dsp:nvSpPr>
      <dsp:spPr>
        <a:xfrm>
          <a:off x="1803" y="790950"/>
          <a:ext cx="3689562" cy="37832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kern="1200" dirty="0"/>
            <a:t>Linguagem de Alto Nível</a:t>
          </a:r>
        </a:p>
      </dsp:txBody>
      <dsp:txXfrm>
        <a:off x="12884" y="802031"/>
        <a:ext cx="3667400" cy="356159"/>
      </dsp:txXfrm>
    </dsp:sp>
    <dsp:sp modelId="{BF010FC0-B10E-2045-AFDE-32C940DD20BB}">
      <dsp:nvSpPr>
        <dsp:cNvPr id="0" name=""/>
        <dsp:cNvSpPr/>
      </dsp:nvSpPr>
      <dsp:spPr>
        <a:xfrm>
          <a:off x="1803" y="1185832"/>
          <a:ext cx="3689562" cy="378321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kern="1200" dirty="0"/>
            <a:t>Linguagem de Máquina Virtual</a:t>
          </a:r>
        </a:p>
      </dsp:txBody>
      <dsp:txXfrm>
        <a:off x="12884" y="1196913"/>
        <a:ext cx="3667400" cy="356159"/>
      </dsp:txXfrm>
    </dsp:sp>
    <dsp:sp modelId="{78A9A133-6814-C846-9F71-F72681C33257}">
      <dsp:nvSpPr>
        <dsp:cNvPr id="0" name=""/>
        <dsp:cNvSpPr/>
      </dsp:nvSpPr>
      <dsp:spPr>
        <a:xfrm>
          <a:off x="1803" y="1580715"/>
          <a:ext cx="3689562" cy="37832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kern="1200" dirty="0"/>
            <a:t>Linguagem Assembly</a:t>
          </a:r>
        </a:p>
      </dsp:txBody>
      <dsp:txXfrm>
        <a:off x="12884" y="1591796"/>
        <a:ext cx="3667400" cy="356159"/>
      </dsp:txXfrm>
    </dsp:sp>
    <dsp:sp modelId="{7EE7FC36-0638-BC47-9854-2E3A944E9223}">
      <dsp:nvSpPr>
        <dsp:cNvPr id="0" name=""/>
        <dsp:cNvSpPr/>
      </dsp:nvSpPr>
      <dsp:spPr>
        <a:xfrm>
          <a:off x="1803" y="1975598"/>
          <a:ext cx="3689562" cy="37832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kern="1200" dirty="0"/>
            <a:t>Linguagem de Máquina</a:t>
          </a:r>
        </a:p>
      </dsp:txBody>
      <dsp:txXfrm>
        <a:off x="12884" y="1986679"/>
        <a:ext cx="3667400" cy="356159"/>
      </dsp:txXfrm>
    </dsp:sp>
    <dsp:sp modelId="{2835980D-04D8-4545-B7C4-405B086D0830}">
      <dsp:nvSpPr>
        <dsp:cNvPr id="0" name=""/>
        <dsp:cNvSpPr/>
      </dsp:nvSpPr>
      <dsp:spPr>
        <a:xfrm>
          <a:off x="1803" y="2370480"/>
          <a:ext cx="3689562" cy="37832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kern="1200" dirty="0"/>
            <a:t>Unidade Central de Processamento</a:t>
          </a:r>
        </a:p>
      </dsp:txBody>
      <dsp:txXfrm>
        <a:off x="12884" y="2381561"/>
        <a:ext cx="3667400" cy="356159"/>
      </dsp:txXfrm>
    </dsp:sp>
    <dsp:sp modelId="{F8AC5113-FA1A-0A49-9A8F-4CAAF42CF08A}">
      <dsp:nvSpPr>
        <dsp:cNvPr id="0" name=""/>
        <dsp:cNvSpPr/>
      </dsp:nvSpPr>
      <dsp:spPr>
        <a:xfrm>
          <a:off x="1803" y="2765363"/>
          <a:ext cx="3689562" cy="37832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kern="1200" dirty="0"/>
            <a:t>Lógica Sequencial (Memória)</a:t>
          </a:r>
        </a:p>
      </dsp:txBody>
      <dsp:txXfrm>
        <a:off x="12884" y="2776444"/>
        <a:ext cx="3667400" cy="356159"/>
      </dsp:txXfrm>
    </dsp:sp>
    <dsp:sp modelId="{1F4532E4-D897-F34F-9A2D-76F3E1B01660}">
      <dsp:nvSpPr>
        <dsp:cNvPr id="0" name=""/>
        <dsp:cNvSpPr/>
      </dsp:nvSpPr>
      <dsp:spPr>
        <a:xfrm>
          <a:off x="1803" y="3160246"/>
          <a:ext cx="3689562" cy="37832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kern="1200" dirty="0"/>
            <a:t>Unidade Lógica Aritmética</a:t>
          </a:r>
        </a:p>
      </dsp:txBody>
      <dsp:txXfrm>
        <a:off x="12884" y="3171327"/>
        <a:ext cx="3667400" cy="356159"/>
      </dsp:txXfrm>
    </dsp:sp>
    <dsp:sp modelId="{F095B5F8-F7D2-3442-8725-E6F6E811C676}">
      <dsp:nvSpPr>
        <dsp:cNvPr id="0" name=""/>
        <dsp:cNvSpPr/>
      </dsp:nvSpPr>
      <dsp:spPr>
        <a:xfrm>
          <a:off x="1803" y="3555128"/>
          <a:ext cx="3689562" cy="37832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kern="1200" dirty="0"/>
            <a:t>Lógica Combinacional</a:t>
          </a:r>
        </a:p>
      </dsp:txBody>
      <dsp:txXfrm>
        <a:off x="12884" y="3566209"/>
        <a:ext cx="3667400" cy="356159"/>
      </dsp:txXfrm>
    </dsp:sp>
    <dsp:sp modelId="{F2885F41-7D26-DF4D-97DD-24A07D87F073}">
      <dsp:nvSpPr>
        <dsp:cNvPr id="0" name=""/>
        <dsp:cNvSpPr/>
      </dsp:nvSpPr>
      <dsp:spPr>
        <a:xfrm>
          <a:off x="1803" y="3950011"/>
          <a:ext cx="3689562" cy="37832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kern="1200" dirty="0"/>
            <a:t>Portas Lógicas</a:t>
          </a:r>
        </a:p>
      </dsp:txBody>
      <dsp:txXfrm>
        <a:off x="12884" y="3961092"/>
        <a:ext cx="3667400" cy="356159"/>
      </dsp:txXfrm>
    </dsp:sp>
    <dsp:sp modelId="{D91C49EE-A040-574C-9079-E70598A45305}">
      <dsp:nvSpPr>
        <dsp:cNvPr id="0" name=""/>
        <dsp:cNvSpPr/>
      </dsp:nvSpPr>
      <dsp:spPr>
        <a:xfrm>
          <a:off x="1803" y="4344894"/>
          <a:ext cx="3689562" cy="378321"/>
        </a:xfrm>
        <a:prstGeom prst="roundRect">
          <a:avLst>
            <a:gd name="adj" fmla="val 10000"/>
          </a:avLst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hade val="51000"/>
                <a:satMod val="130000"/>
              </a:schemeClr>
            </a:gs>
            <a:gs pos="80000">
              <a:schemeClr val="accent1">
                <a:hueOff val="0"/>
                <a:satOff val="0"/>
                <a:lumOff val="0"/>
                <a:alphaOff val="0"/>
                <a:shade val="93000"/>
                <a:satMod val="13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shade val="94000"/>
                <a:satMod val="135000"/>
              </a:schemeClr>
            </a:gs>
          </a:gsLst>
          <a:lin ang="16200000" scaled="0"/>
        </a:gradFill>
        <a:ln>
          <a:noFill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pt-BR" sz="1600" b="0" kern="1200" dirty="0"/>
            <a:t>Transistores</a:t>
          </a:r>
        </a:p>
      </dsp:txBody>
      <dsp:txXfrm>
        <a:off x="12884" y="4355975"/>
        <a:ext cx="3667400" cy="35615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4">
  <dgm:title val=""/>
  <dgm:desc val=""/>
  <dgm:catLst>
    <dgm:cat type="hierarchy" pri="4000"/>
    <dgm:cat type="list" pri="24000"/>
    <dgm:cat type="relationship" pri="10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Name0">
    <dgm:varLst>
      <dgm:chPref val="1"/>
      <dgm:dir/>
      <dgm:animOne val="branch"/>
      <dgm:animLvl val="lvl"/>
      <dgm:resizeHandles/>
    </dgm:varLst>
    <dgm:choose name="Name1">
      <dgm:if name="Name2" func="var" arg="dir" op="equ" val="norm">
        <dgm:alg type="lin">
          <dgm:param type="linDir" val="fromL"/>
          <dgm:param type="nodeVertAlign" val="t"/>
        </dgm:alg>
      </dgm:if>
      <dgm:else name="Name3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vertOne" refType="w"/>
      <dgm:constr type="w" for="des" forName="horzOne" refType="w"/>
      <dgm:constr type="w" for="des" forName="txOne" refType="w"/>
      <dgm:constr type="w" for="des" forName="vertTwo" refType="w"/>
      <dgm:constr type="w" for="des" forName="horzTwo" refType="w"/>
      <dgm:constr type="w" for="des" forName="txTwo" refType="w"/>
      <dgm:constr type="w" for="des" forName="vertThree" refType="w"/>
      <dgm:constr type="w" for="des" forName="horzThree" refType="w"/>
      <dgm:constr type="w" for="des" forName="txThree" refType="w"/>
      <dgm:constr type="w" for="des" forName="vertFour" refType="w"/>
      <dgm:constr type="w" for="des" forName="horzFour" refType="w"/>
      <dgm:constr type="w" for="des" forName="txFour" refType="w"/>
      <dgm:constr type="h" for="des" ptType="node" op="equ"/>
      <dgm:constr type="h" for="des" forName="txOne" refType="h"/>
      <dgm:constr type="userH" for="des" ptType="node" refType="h" refFor="des" refForName="txOne"/>
      <dgm:constr type="primFontSz" for="des" forName="txOne" val="65"/>
      <dgm:constr type="primFontSz" for="des" forName="txTwo" val="65"/>
      <dgm:constr type="primFontSz" for="des" forName="txTwo" refType="primFontSz" refFor="des" refForName="txOne" op="lte"/>
      <dgm:constr type="primFontSz" for="des" forName="txThree" val="65"/>
      <dgm:constr type="primFontSz" for="des" forName="txThree" refType="primFontSz" refFor="des" refForName="txOne" op="lte"/>
      <dgm:constr type="primFontSz" for="des" forName="txThree" refType="primFontSz" refFor="des" refForName="txTwo" op="lte"/>
      <dgm:constr type="primFontSz" for="des" forName="txFour" val="65"/>
      <dgm:constr type="primFontSz" for="des" forName="txFour" refType="primFontSz" refFor="des" refForName="txOne" op="lte"/>
      <dgm:constr type="primFontSz" for="des" forName="txFour" refType="primFontSz" refFor="des" refForName="txTwo" op="lte"/>
      <dgm:constr type="primFontSz" for="des" forName="txFour" refType="primFontSz" refFor="des" refForName="txThree" op="lte"/>
      <dgm:constr type="w" for="des" forName="sibSpaceOne" refType="w" fact="0.168"/>
      <dgm:constr type="w" for="des" forName="sibSpaceTwo" refType="w" refFor="des" refForName="sibSpaceOne" op="equ" fact="0.5"/>
      <dgm:constr type="w" for="des" forName="sibSpaceThree" refType="w" refFor="des" refForName="sibSpaceTwo" op="equ" fact="0.5"/>
      <dgm:constr type="w" for="des" forName="sibSpaceFour" refType="w" refFor="des" refForName="sibSpaceThree" op="equ" fact="0.5"/>
      <dgm:constr type="h" for="des" forName="parTransOne" refType="w" fact="0.056"/>
      <dgm:constr type="h" for="des" forName="parTransTwo" refType="h" refFor="des" refForName="parTransOne" op="equ"/>
      <dgm:constr type="h" for="des" forName="parTransThree" refType="h" refFor="des" refForName="parTransTwo" op="equ"/>
      <dgm:constr type="h" for="des" forName="parTransFour" refType="h" refFor="des" refForName="parTransThree" op="equ"/>
    </dgm:constrLst>
    <dgm:ruleLst/>
    <dgm:forEach name="Name4" axis="ch" ptType="node">
      <dgm:layoutNode name="vertOne">
        <dgm:alg type="lin">
          <dgm:param type="linDir" val="fromT"/>
        </dgm:alg>
        <dgm:shape xmlns:r="http://schemas.openxmlformats.org/officeDocument/2006/relationships" r:blip="">
          <dgm:adjLst/>
        </dgm:shape>
        <dgm:presOf/>
        <dgm:constrLst>
          <dgm:constr type="w" for="ch" forName="txOne" refType="w" refFor="ch" refForName="horzOne" op="gte"/>
        </dgm:constrLst>
        <dgm:ruleLst/>
        <dgm:layoutNode name="txOne" styleLbl="node0">
          <dgm:varLst>
            <dgm:chPref val="3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5">
          <dgm:if name="Name6" axis="des" ptType="node" func="cnt" op="gt" val="0">
            <dgm:layoutNode name="parTrans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if>
          <dgm:else name="Name7"/>
        </dgm:choose>
        <dgm:layoutNode name="horzOne">
          <dgm:choose name="Name8">
            <dgm:if name="Name9" func="var" arg="dir" op="equ" val="norm">
              <dgm:alg type="lin">
                <dgm:param type="linDir" val="fromL"/>
                <dgm:param type="nodeVertAlign" val="t"/>
              </dgm:alg>
            </dgm:if>
            <dgm:else name="Name10">
              <dgm:alg type="lin">
                <dgm:param type="linDir" val="fromR"/>
                <dgm:param type="nodeVertAlign" val="t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>
            <dgm:rule type="w" val="INF" fact="NaN" max="NaN"/>
          </dgm:ruleLst>
          <dgm:forEach name="Name11" axis="ch" ptType="node">
            <dgm:layoutNode name="vertTwo">
              <dgm:alg type="lin">
                <dgm:param type="linDir" val="fromT"/>
              </dgm:alg>
              <dgm:shape xmlns:r="http://schemas.openxmlformats.org/officeDocument/2006/relationships" r:blip="">
                <dgm:adjLst/>
              </dgm:shape>
              <dgm:presOf/>
              <dgm:constrLst>
                <dgm:constr type="w" for="ch" forName="txTwo" refType="w" refFor="ch" refForName="horzTwo" op="gte"/>
              </dgm:constrLst>
              <dgm:ruleLst/>
              <dgm:layoutNode name="txTwo">
                <dgm:varLst>
                  <dgm:chPref val="3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self"/>
                <dgm:constrLst>
                  <dgm:constr type="userH"/>
                  <dgm:constr type="h" refType="userH"/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choose name="Name12">
                <dgm:if name="Name13" axis="des" ptType="node" func="cnt" op="gt" val="0">
                  <dgm:layoutNode name="parTrans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if>
                <dgm:else name="Name14"/>
              </dgm:choose>
              <dgm:layoutNode name="horzTwo">
                <dgm:choose name="Name15">
                  <dgm:if name="Name16" func="var" arg="dir" op="equ" val="norm">
                    <dgm:alg type="lin">
                      <dgm:param type="linDir" val="fromL"/>
                      <dgm:param type="nodeVertAlign" val="t"/>
                    </dgm:alg>
                  </dgm:if>
                  <dgm:else name="Name17">
                    <dgm:alg type="lin">
                      <dgm:param type="linDir" val="fromR"/>
                      <dgm:param type="nodeVertAlign" val="t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constrLst/>
                <dgm:ruleLst>
                  <dgm:rule type="w" val="INF" fact="NaN" max="NaN"/>
                </dgm:ruleLst>
                <dgm:forEach name="Name18" axis="ch" ptType="node">
                  <dgm:layoutNode name="vertThree">
                    <dgm:alg type="lin">
                      <dgm:param type="linDir" val="fromT"/>
                    </dgm:alg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txThree" refType="w" refFor="ch" refForName="horzThree" op="gte"/>
                    </dgm:constrLst>
                    <dgm:ruleLst/>
                    <dgm:layoutNode name="txThree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userH"/>
                        <dgm:constr type="h" refType="userH"/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choose name="Name19">
                      <dgm:if name="Name20" axis="des" ptType="node" func="cnt" op="gt" val="0">
                        <dgm:layoutNode name="parTrans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if>
                      <dgm:else name="Name21"/>
                    </dgm:choose>
                    <dgm:layoutNode name="horzThree">
                      <dgm:choose name="Name22">
                        <dgm:if name="Name23" func="var" arg="dir" op="equ" val="norm">
                          <dgm:alg type="lin">
                            <dgm:param type="linDir" val="fromL"/>
                            <dgm:param type="nodeVertAlign" val="t"/>
                          </dgm:alg>
                        </dgm:if>
                        <dgm:else name="Name24">
                          <dgm:alg type="lin">
                            <dgm:param type="linDir" val="fromR"/>
                            <dgm:param type="nodeVertAlign" val="t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constrLst/>
                      <dgm:ruleLst>
                        <dgm:rule type="w" val="INF" fact="NaN" max="NaN"/>
                      </dgm:ruleLst>
                      <dgm:forEach name="repeat" axis="ch" ptType="node">
                        <dgm:layoutNode name="vertFour">
                          <dgm:varLst>
                            <dgm:chPref val="3"/>
                          </dgm:varLst>
                          <dgm:alg type="lin">
                            <dgm:param type="linDir" val="fromT"/>
                          </dgm:alg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w" for="ch" forName="txFour" refType="w" refFor="ch" refForName="horzFour" op="gte"/>
                          </dgm:constrLst>
                          <dgm:ruleLst/>
                          <dgm:layoutNode name="txFour">
                            <dgm:varLst>
                              <dgm:chPref val="3"/>
                            </dgm:varLst>
                            <dgm:alg type="tx"/>
                            <dgm:shape xmlns:r="http://schemas.openxmlformats.org/officeDocument/2006/relationships" type="roundRect" r:blip="">
                              <dgm:adjLst>
                                <dgm:adj idx="1" val="0.1"/>
                              </dgm:adjLst>
                            </dgm:shape>
                            <dgm:presOf axis="self"/>
                            <dgm:constrLst>
                              <dgm:constr type="userH"/>
                              <dgm:constr type="h" refType="userH"/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  <dgm:choose name="Name25">
                            <dgm:if name="Name26" axis="des" ptType="node" func="cnt" op="gt" val="0">
                              <dgm:layoutNode name="parTrans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if>
                            <dgm:else name="Name27"/>
                          </dgm:choose>
                          <dgm:layoutNode name="horzFour">
                            <dgm:choose name="Name28">
                              <dgm:if name="Name29" func="var" arg="dir" op="equ" val="norm">
                                <dgm:alg type="lin">
                                  <dgm:param type="linDir" val="fromL"/>
                                  <dgm:param type="nodeVertAlign" val="t"/>
                                </dgm:alg>
                              </dgm:if>
                              <dgm:else name="Name30">
                                <dgm:alg type="lin">
                                  <dgm:param type="linDir" val="fromR"/>
                                  <dgm:param type="nodeVertAlign" val="t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>
                              <dgm:rule type="w" val="INF" fact="NaN" max="NaN"/>
                            </dgm:ruleLst>
                            <dgm:forEach name="Name31" ref="repeat"/>
                          </dgm:layoutNode>
                        </dgm:layoutNode>
                        <dgm:choose name="Name32">
                          <dgm:if name="Name33" axis="self" ptType="node" func="revPos" op="gte" val="2">
                            <dgm:forEach name="Name34" axis="followSib" ptType="sibTrans" cnt="1">
                              <dgm:layoutNode name="sibSpaceFour">
                                <dgm:alg type="sp"/>
                                <dgm:shape xmlns:r="http://schemas.openxmlformats.org/officeDocument/2006/relationships" r:blip="">
                                  <dgm:adjLst/>
                                </dgm:shape>
                                <dgm:presOf/>
                                <dgm:constrLst/>
                                <dgm:ruleLst/>
                              </dgm:layoutNode>
                            </dgm:forEach>
                          </dgm:if>
                          <dgm:else name="Name35"/>
                        </dgm:choose>
                      </dgm:forEach>
                    </dgm:layoutNode>
                  </dgm:layoutNode>
                  <dgm:choose name="Name36">
                    <dgm:if name="Name37" axis="self" ptType="node" func="revPos" op="gte" val="2">
                      <dgm:forEach name="Name38" axis="followSib" ptType="sibTrans" cnt="1">
                        <dgm:layoutNode name="sibSpaceThree">
                          <dgm:alg type="sp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/>
                          <dgm:ruleLst/>
                        </dgm:layoutNode>
                      </dgm:forEach>
                    </dgm:if>
                    <dgm:else name="Name39"/>
                  </dgm:choose>
                </dgm:forEach>
              </dgm:layoutNode>
            </dgm:layoutNode>
            <dgm:choose name="Name40">
              <dgm:if name="Name41" axis="self" ptType="node" func="revPos" op="gte" val="2">
                <dgm:forEach name="Name42" axis="followSib" ptType="sibTrans" cnt="1">
                  <dgm:layoutNode name="sibSpaceTwo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forEach>
              </dgm:if>
              <dgm:else name="Name43"/>
            </dgm:choose>
          </dgm:forEach>
        </dgm:layoutNode>
      </dgm:layoutNode>
      <dgm:choose name="Name44">
        <dgm:if name="Name45" axis="self" ptType="node" func="revPos" op="gte" val="2">
          <dgm:forEach name="Name46" axis="followSib" ptType="sibTrans" cnt="1">
            <dgm:layoutNode name="sibSpaceOn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if>
        <dgm:else name="Name47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4">
  <dgm:title val=""/>
  <dgm:desc val=""/>
  <dgm:catLst>
    <dgm:cat type="simple" pri="104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B2933F-D0FD-7240-A363-4A10A64C6792}" type="datetimeFigureOut">
              <a:rPr lang="en-US" smtClean="0"/>
              <a:t>10/25/26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225F2C9-07E4-FF4F-8189-CD4ED964D9B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301280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E9F3387-6852-4167-A065-1B417E5289FE}" type="datetimeFigureOut">
              <a:rPr lang="pt-BR" smtClean="0"/>
              <a:t>25/10/2026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3FB91E-A0DC-4A5F-B463-D7B8E79502D1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121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 err="1"/>
              <a:t>http</a:t>
            </a:r>
            <a:r>
              <a:rPr lang="pt-BR" dirty="0"/>
              <a:t>://</a:t>
            </a:r>
            <a:r>
              <a:rPr lang="pt-BR" dirty="0" err="1"/>
              <a:t>englishlive.ef.com</a:t>
            </a:r>
            <a:r>
              <a:rPr lang="pt-BR" dirty="0"/>
              <a:t>/</a:t>
            </a:r>
            <a:r>
              <a:rPr lang="pt-BR" dirty="0" err="1"/>
              <a:t>pt-br</a:t>
            </a:r>
            <a:r>
              <a:rPr lang="pt-BR" dirty="0"/>
              <a:t>/blog/as-14-flores-mais-populares-em-ingles/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99925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 typeface="Arial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0283113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>
                <a:solidFill>
                  <a:prstClr val="black"/>
                </a:solidFill>
              </a:rPr>
              <a:pPr/>
              <a:t>3</a:t>
            </a:fld>
            <a:endParaRPr lang="pt-BR">
              <a:solidFill>
                <a:prstClr val="black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6050672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sz="1200" dirty="0" err="1"/>
              <a:t>P-Code</a:t>
            </a:r>
            <a:r>
              <a:rPr lang="pt-BR" sz="1200" dirty="0"/>
              <a:t> é uma linguagem de programação intermediária de máquina a pilha que se tornou muito popular nos anos 70 devido a implementação do Pascal-P.</a:t>
            </a:r>
          </a:p>
          <a:p>
            <a:r>
              <a:rPr lang="pt-BR" sz="1200" dirty="0"/>
              <a:t>Programas em Pascal podiam ser compilador para </a:t>
            </a:r>
            <a:r>
              <a:rPr lang="pt-BR" sz="1200" dirty="0" err="1"/>
              <a:t>p-code</a:t>
            </a:r>
            <a:r>
              <a:rPr lang="pt-BR" sz="1200" dirty="0"/>
              <a:t> que depois seriam interpretados pelo computador ou traduzido para uma linguagem de máquina.</a:t>
            </a:r>
          </a:p>
          <a:p>
            <a:endParaRPr lang="pt-BR" dirty="0"/>
          </a:p>
          <a:p>
            <a:endParaRPr lang="pt-BR" dirty="0"/>
          </a:p>
          <a:p>
            <a:r>
              <a:rPr lang="pt-BR" dirty="0" err="1"/>
              <a:t>http</a:t>
            </a:r>
            <a:r>
              <a:rPr lang="pt-BR" dirty="0"/>
              <a:t>://</a:t>
            </a:r>
            <a:r>
              <a:rPr lang="pt-BR" dirty="0" err="1"/>
              <a:t>homepages.cwi.nl</a:t>
            </a:r>
            <a:r>
              <a:rPr lang="pt-BR" dirty="0"/>
              <a:t>/~</a:t>
            </a:r>
            <a:r>
              <a:rPr lang="pt-BR" dirty="0" err="1"/>
              <a:t>steven</a:t>
            </a:r>
            <a:r>
              <a:rPr lang="pt-BR" dirty="0"/>
              <a:t>/pascal/book/10pcode.html</a:t>
            </a:r>
          </a:p>
          <a:p>
            <a:r>
              <a:rPr lang="pt-BR" dirty="0" err="1"/>
              <a:t>https</a:t>
            </a:r>
            <a:r>
              <a:rPr lang="pt-BR" dirty="0"/>
              <a:t>://</a:t>
            </a:r>
            <a:r>
              <a:rPr lang="pt-BR" dirty="0" err="1"/>
              <a:t>upload.wikimedia.org</a:t>
            </a:r>
            <a:r>
              <a:rPr lang="pt-BR" dirty="0"/>
              <a:t>/</a:t>
            </a:r>
            <a:r>
              <a:rPr lang="pt-BR" dirty="0" err="1"/>
              <a:t>wikipedia</a:t>
            </a:r>
            <a:r>
              <a:rPr lang="pt-BR" dirty="0"/>
              <a:t>/</a:t>
            </a:r>
            <a:r>
              <a:rPr lang="pt-BR" dirty="0" err="1"/>
              <a:t>commons</a:t>
            </a:r>
            <a:r>
              <a:rPr lang="pt-BR" dirty="0"/>
              <a:t>/</a:t>
            </a:r>
            <a:r>
              <a:rPr lang="pt-BR" dirty="0" err="1"/>
              <a:t>f</a:t>
            </a:r>
            <a:r>
              <a:rPr lang="pt-BR" dirty="0"/>
              <a:t>/f5/</a:t>
            </a:r>
            <a:r>
              <a:rPr lang="pt-BR" dirty="0" err="1"/>
              <a:t>LagrangePAS.jpg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77120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O </a:t>
            </a:r>
            <a:r>
              <a:rPr lang="pt-BR" sz="1200" i="1" dirty="0"/>
              <a:t>Green Team </a:t>
            </a:r>
            <a:r>
              <a:rPr lang="pt-BR" sz="1200" dirty="0"/>
              <a:t>composto por James </a:t>
            </a:r>
            <a:r>
              <a:rPr lang="pt-BR" sz="1200" dirty="0" err="1"/>
              <a:t>Gosling</a:t>
            </a:r>
            <a:r>
              <a:rPr lang="pt-BR" sz="1200" dirty="0"/>
              <a:t>, Mike Sheridan e Patrick </a:t>
            </a:r>
            <a:r>
              <a:rPr lang="pt-BR" sz="1200" dirty="0" err="1"/>
              <a:t>Naughton</a:t>
            </a:r>
            <a:r>
              <a:rPr lang="pt-BR" sz="1200" dirty="0"/>
              <a:t> iniciaram o projeto da linguagem Java em junho de 1991 na Sun Microsystems para dispositivos embarcados, como o set-top boxes. Os </a:t>
            </a:r>
            <a:r>
              <a:rPr lang="pt-BR" sz="1200" dirty="0" err="1"/>
              <a:t>programs</a:t>
            </a:r>
            <a:r>
              <a:rPr lang="pt-BR" sz="1200" dirty="0"/>
              <a:t> em Java são compilados para um </a:t>
            </a:r>
            <a:r>
              <a:rPr lang="pt-BR" sz="1200" dirty="0" err="1"/>
              <a:t>Bytecode</a:t>
            </a:r>
            <a:r>
              <a:rPr lang="pt-BR" sz="1200" dirty="0"/>
              <a:t> que depois é interpretado por uma JVM (Java Virtual </a:t>
            </a:r>
            <a:r>
              <a:rPr lang="pt-BR" sz="1200" dirty="0" err="1"/>
              <a:t>Machine</a:t>
            </a:r>
            <a:r>
              <a:rPr lang="pt-BR" sz="1200" dirty="0"/>
              <a:t>) baseada em pilha de operações.</a:t>
            </a:r>
          </a:p>
          <a:p>
            <a:endParaRPr lang="pt-BR" dirty="0"/>
          </a:p>
          <a:p>
            <a:r>
              <a:rPr lang="pt-BR" dirty="0" err="1"/>
              <a:t>http</a:t>
            </a:r>
            <a:r>
              <a:rPr lang="pt-BR" dirty="0"/>
              <a:t>://</a:t>
            </a:r>
            <a:r>
              <a:rPr lang="pt-BR" dirty="0" err="1"/>
              <a:t>www.javatpoint.com</a:t>
            </a:r>
            <a:r>
              <a:rPr lang="pt-BR" dirty="0"/>
              <a:t>/</a:t>
            </a:r>
            <a:r>
              <a:rPr lang="pt-BR" dirty="0" err="1"/>
              <a:t>history-of-java</a:t>
            </a:r>
            <a:endParaRPr lang="pt-BR" dirty="0"/>
          </a:p>
          <a:p>
            <a:r>
              <a:rPr lang="pt-BR" dirty="0" err="1"/>
              <a:t>https</a:t>
            </a:r>
            <a:r>
              <a:rPr lang="pt-BR" dirty="0"/>
              <a:t>://</a:t>
            </a:r>
            <a:r>
              <a:rPr lang="pt-BR" dirty="0" err="1"/>
              <a:t>en.wikibooks.org</a:t>
            </a:r>
            <a:r>
              <a:rPr lang="pt-BR" dirty="0"/>
              <a:t>/</a:t>
            </a:r>
            <a:r>
              <a:rPr lang="pt-BR" dirty="0" err="1"/>
              <a:t>wiki</a:t>
            </a:r>
            <a:r>
              <a:rPr lang="pt-BR" dirty="0"/>
              <a:t>/</a:t>
            </a:r>
            <a:r>
              <a:rPr lang="pt-BR" dirty="0" err="1"/>
              <a:t>Java_Programming</a:t>
            </a:r>
            <a:r>
              <a:rPr lang="pt-BR" dirty="0"/>
              <a:t>/</a:t>
            </a:r>
            <a:r>
              <a:rPr lang="pt-BR" dirty="0" err="1"/>
              <a:t>Byte_Code</a:t>
            </a:r>
            <a:endParaRPr lang="pt-BR" dirty="0"/>
          </a:p>
          <a:p>
            <a:r>
              <a:rPr lang="pt-BR" dirty="0" err="1"/>
              <a:t>http</a:t>
            </a:r>
            <a:r>
              <a:rPr lang="pt-BR" dirty="0"/>
              <a:t>://</a:t>
            </a:r>
            <a:r>
              <a:rPr lang="pt-BR" dirty="0" err="1"/>
              <a:t>www.javaworld.com</a:t>
            </a:r>
            <a:r>
              <a:rPr lang="pt-BR" dirty="0"/>
              <a:t>/</a:t>
            </a:r>
            <a:r>
              <a:rPr lang="pt-BR" dirty="0" err="1"/>
              <a:t>article</a:t>
            </a:r>
            <a:r>
              <a:rPr lang="pt-BR" dirty="0"/>
              <a:t>/2077233/</a:t>
            </a:r>
            <a:r>
              <a:rPr lang="pt-BR" dirty="0" err="1"/>
              <a:t>core-java</a:t>
            </a:r>
            <a:r>
              <a:rPr lang="pt-BR" dirty="0"/>
              <a:t>/</a:t>
            </a:r>
            <a:r>
              <a:rPr lang="pt-BR" dirty="0" err="1"/>
              <a:t>bytecode-basics.html</a:t>
            </a:r>
            <a:endParaRPr lang="pt-BR" dirty="0"/>
          </a:p>
          <a:p>
            <a:r>
              <a:rPr lang="pt-BR" dirty="0" err="1"/>
              <a:t>https</a:t>
            </a:r>
            <a:r>
              <a:rPr lang="pt-BR" dirty="0"/>
              <a:t>://</a:t>
            </a:r>
            <a:r>
              <a:rPr lang="pt-BR" dirty="0" err="1"/>
              <a:t>developer.salesforce.com</a:t>
            </a:r>
            <a:r>
              <a:rPr lang="pt-BR" dirty="0"/>
              <a:t>/</a:t>
            </a:r>
            <a:r>
              <a:rPr lang="pt-BR" dirty="0" err="1"/>
              <a:t>forums</a:t>
            </a:r>
            <a:r>
              <a:rPr lang="pt-BR" dirty="0"/>
              <a:t>/</a:t>
            </a:r>
            <a:r>
              <a:rPr lang="pt-BR" dirty="0" err="1"/>
              <a:t>servlet</a:t>
            </a:r>
            <a:r>
              <a:rPr lang="pt-BR" dirty="0"/>
              <a:t>/</a:t>
            </a:r>
            <a:r>
              <a:rPr lang="pt-BR" dirty="0" err="1"/>
              <a:t>rtaImage?eid</a:t>
            </a:r>
            <a:r>
              <a:rPr lang="pt-BR" dirty="0"/>
              <a:t>=907F0000000Y5Y8&amp;feoid=</a:t>
            </a:r>
            <a:r>
              <a:rPr lang="pt-BR" dirty="0" err="1"/>
              <a:t>Body&amp;refid</a:t>
            </a:r>
            <a:r>
              <a:rPr lang="pt-BR" dirty="0"/>
              <a:t>=0EMF0000000QxRD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273129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Em 2000, Microsoft, HP e Intel trabalharam para padronizar a Common </a:t>
            </a:r>
            <a:r>
              <a:rPr lang="pt-BR" sz="1200" dirty="0" err="1"/>
              <a:t>Language</a:t>
            </a:r>
            <a:r>
              <a:rPr lang="pt-BR" sz="1200" dirty="0"/>
              <a:t> </a:t>
            </a:r>
            <a:r>
              <a:rPr lang="pt-BR" sz="1200" dirty="0" err="1"/>
              <a:t>Infrastructure</a:t>
            </a:r>
            <a:r>
              <a:rPr lang="pt-BR" sz="1200" dirty="0"/>
              <a:t> (CLI) do .NET Framework, definindo uma linguagem comum que permite integrar códigos como ASP+, C++ e C#. Os códigos são compilados para o Common </a:t>
            </a:r>
            <a:r>
              <a:rPr lang="pt-BR" sz="1200" dirty="0" err="1"/>
              <a:t>Intermediate</a:t>
            </a:r>
            <a:r>
              <a:rPr lang="pt-BR" sz="1200" dirty="0"/>
              <a:t> </a:t>
            </a:r>
            <a:r>
              <a:rPr lang="pt-BR" sz="1200" dirty="0" err="1"/>
              <a:t>Language</a:t>
            </a:r>
            <a:r>
              <a:rPr lang="pt-BR" sz="1200" dirty="0"/>
              <a:t> (CIL) que é uma linguagem baseada em operações a pilha.</a:t>
            </a:r>
          </a:p>
          <a:p>
            <a:endParaRPr lang="pt-BR" dirty="0"/>
          </a:p>
          <a:p>
            <a:endParaRPr lang="pt-BR" dirty="0"/>
          </a:p>
          <a:p>
            <a:r>
              <a:rPr lang="pt-BR" dirty="0" err="1"/>
              <a:t>https</a:t>
            </a:r>
            <a:r>
              <a:rPr lang="pt-BR" dirty="0"/>
              <a:t>://</a:t>
            </a:r>
            <a:r>
              <a:rPr lang="pt-BR" dirty="0" err="1"/>
              <a:t>en.wikipedia.org</a:t>
            </a:r>
            <a:r>
              <a:rPr lang="pt-BR" dirty="0"/>
              <a:t>/</a:t>
            </a:r>
            <a:r>
              <a:rPr lang="pt-BR" dirty="0" err="1"/>
              <a:t>wiki</a:t>
            </a:r>
            <a:r>
              <a:rPr lang="pt-BR" dirty="0"/>
              <a:t>/.</a:t>
            </a:r>
            <a:r>
              <a:rPr lang="pt-BR" dirty="0" err="1"/>
              <a:t>NET_Framework</a:t>
            </a:r>
            <a:endParaRPr lang="pt-BR" dirty="0"/>
          </a:p>
          <a:p>
            <a:r>
              <a:rPr lang="pt-BR" dirty="0" err="1"/>
              <a:t>http</a:t>
            </a:r>
            <a:r>
              <a:rPr lang="pt-BR" dirty="0"/>
              <a:t>://</a:t>
            </a:r>
            <a:r>
              <a:rPr lang="pt-BR" dirty="0" err="1"/>
              <a:t>searchsoa.techtarget.com</a:t>
            </a:r>
            <a:r>
              <a:rPr lang="pt-BR" dirty="0"/>
              <a:t>/</a:t>
            </a:r>
            <a:r>
              <a:rPr lang="pt-BR" dirty="0" err="1"/>
              <a:t>definition</a:t>
            </a:r>
            <a:r>
              <a:rPr lang="pt-BR" dirty="0"/>
              <a:t>/Common-</a:t>
            </a:r>
            <a:r>
              <a:rPr lang="pt-BR" dirty="0" err="1"/>
              <a:t>Language</a:t>
            </a:r>
            <a:r>
              <a:rPr lang="pt-BR" dirty="0"/>
              <a:t>-</a:t>
            </a:r>
            <a:r>
              <a:rPr lang="pt-BR" dirty="0" err="1"/>
              <a:t>Infrastructure</a:t>
            </a:r>
            <a:endParaRPr lang="pt-BR" dirty="0"/>
          </a:p>
          <a:p>
            <a:r>
              <a:rPr lang="pt-BR" dirty="0" err="1"/>
              <a:t>https</a:t>
            </a:r>
            <a:r>
              <a:rPr lang="pt-BR" dirty="0"/>
              <a:t>://</a:t>
            </a:r>
            <a:r>
              <a:rPr lang="pt-BR" dirty="0" err="1"/>
              <a:t>social.msdn.microsoft.com</a:t>
            </a:r>
            <a:r>
              <a:rPr lang="pt-BR" dirty="0"/>
              <a:t>/</a:t>
            </a:r>
            <a:r>
              <a:rPr lang="pt-BR" dirty="0" err="1"/>
              <a:t>Forums</a:t>
            </a:r>
            <a:r>
              <a:rPr lang="pt-BR" dirty="0"/>
              <a:t>/</a:t>
            </a:r>
            <a:r>
              <a:rPr lang="pt-BR" dirty="0" err="1"/>
              <a:t>vstudio</a:t>
            </a:r>
            <a:r>
              <a:rPr lang="pt-BR" dirty="0"/>
              <a:t>/</a:t>
            </a:r>
            <a:r>
              <a:rPr lang="pt-BR" dirty="0" err="1"/>
              <a:t>en</a:t>
            </a:r>
            <a:r>
              <a:rPr lang="pt-BR" dirty="0"/>
              <a:t>-US/afbe14e6-934f-4271-ab78-b77ac36d26f7/</a:t>
            </a:r>
            <a:r>
              <a:rPr lang="pt-BR" dirty="0" err="1"/>
              <a:t>how-to-read-data-from-textcsvxml-files-using-c?forum</a:t>
            </a:r>
            <a:r>
              <a:rPr lang="pt-BR" dirty="0"/>
              <a:t>=</a:t>
            </a:r>
            <a:r>
              <a:rPr lang="pt-BR" dirty="0" err="1"/>
              <a:t>csharpgeneral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033377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Uma máquina virtual (VM) é uma implementação de um computador que executa programas como uma máquina física real. As máquinas virtuais são separados em duas classes principais, com base no seu uso e grau de correspondência a qualquer máquina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4640861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Num primeiro estágio, o código de alto nível é traduzido para um formato que não é nem muito alto, nem baixo. E depois num segundo estágio este código é traduzido para linguagem de máquina.</a:t>
            </a:r>
          </a:p>
          <a:p>
            <a:endParaRPr lang="pt-BR" dirty="0"/>
          </a:p>
          <a:p>
            <a:r>
              <a:rPr lang="pt-BR" dirty="0"/>
              <a:t>O primeiro estágio depende da linguagem de compilação</a:t>
            </a:r>
          </a:p>
          <a:p>
            <a:r>
              <a:rPr lang="pt-BR" dirty="0"/>
              <a:t>o segundo só depende da arquitetura</a:t>
            </a:r>
          </a:p>
          <a:p>
            <a:endParaRPr lang="pt-BR" dirty="0"/>
          </a:p>
          <a:p>
            <a:r>
              <a:rPr lang="pt-BR" dirty="0"/>
              <a:t>Essa linguagem intermediaria é o baseada nas VM </a:t>
            </a:r>
            <a:r>
              <a:rPr lang="pt-BR" dirty="0" err="1"/>
              <a:t>instructions</a:t>
            </a:r>
            <a:endParaRPr lang="pt-BR" dirty="0"/>
          </a:p>
          <a:p>
            <a:endParaRPr lang="pt-BR" dirty="0"/>
          </a:p>
          <a:p>
            <a:r>
              <a:rPr lang="pt-BR" dirty="0"/>
              <a:t>Java (JDK) -&gt; </a:t>
            </a:r>
            <a:r>
              <a:rPr lang="pt-BR" dirty="0" err="1"/>
              <a:t>Linguage</a:t>
            </a:r>
            <a:r>
              <a:rPr lang="pt-BR" dirty="0"/>
              <a:t> </a:t>
            </a:r>
            <a:r>
              <a:rPr lang="pt-BR" dirty="0" err="1"/>
              <a:t>Bitecode</a:t>
            </a:r>
            <a:r>
              <a:rPr lang="pt-BR" dirty="0"/>
              <a:t> -&gt; JVM (JRE)</a:t>
            </a:r>
          </a:p>
          <a:p>
            <a:r>
              <a:rPr lang="pt-BR" dirty="0"/>
              <a:t>C# (</a:t>
            </a:r>
            <a:r>
              <a:rPr lang="pt-BR" dirty="0" err="1"/>
              <a:t>.Net</a:t>
            </a:r>
            <a:r>
              <a:rPr lang="pt-BR" dirty="0"/>
              <a:t>) -&gt; Common </a:t>
            </a:r>
            <a:r>
              <a:rPr lang="pt-BR" dirty="0" err="1"/>
              <a:t>intermediate</a:t>
            </a:r>
            <a:r>
              <a:rPr lang="pt-BR" dirty="0"/>
              <a:t> </a:t>
            </a:r>
            <a:r>
              <a:rPr lang="pt-BR" dirty="0" err="1"/>
              <a:t>language</a:t>
            </a:r>
            <a:r>
              <a:rPr lang="pt-BR" dirty="0"/>
              <a:t> (CIL) -&gt; Common </a:t>
            </a:r>
            <a:r>
              <a:rPr lang="pt-BR" dirty="0" err="1"/>
              <a:t>Language</a:t>
            </a:r>
            <a:r>
              <a:rPr lang="pt-BR" dirty="0"/>
              <a:t> </a:t>
            </a:r>
            <a:r>
              <a:rPr lang="pt-BR" dirty="0" err="1"/>
              <a:t>Runtime</a:t>
            </a:r>
            <a:r>
              <a:rPr lang="pt-BR" dirty="0"/>
              <a:t>(CLR)</a:t>
            </a:r>
          </a:p>
          <a:p>
            <a:endParaRPr lang="pt-BR" dirty="0"/>
          </a:p>
          <a:p>
            <a:r>
              <a:rPr lang="pt-BR" dirty="0" err="1"/>
              <a:t>compiler's</a:t>
            </a:r>
            <a:r>
              <a:rPr lang="pt-BR" dirty="0"/>
              <a:t> </a:t>
            </a:r>
            <a:r>
              <a:rPr lang="pt-BR" dirty="0" err="1"/>
              <a:t>backend</a:t>
            </a:r>
            <a:endParaRPr lang="pt-BR" dirty="0"/>
          </a:p>
          <a:p>
            <a:r>
              <a:rPr lang="pt-BR" dirty="0"/>
              <a:t>Duas linguagens mandando para a mesma VM, podendo compartilhar chamadas.</a:t>
            </a:r>
          </a:p>
          <a:p>
            <a:endParaRPr lang="pt-BR" dirty="0"/>
          </a:p>
          <a:p>
            <a:r>
              <a:rPr lang="pt-BR" dirty="0"/>
              <a:t>Novas máquinas, já usam software existente (ex. </a:t>
            </a:r>
            <a:r>
              <a:rPr lang="pt-BR" dirty="0" err="1"/>
              <a:t>Android</a:t>
            </a:r>
            <a:r>
              <a:rPr lang="pt-BR" dirty="0"/>
              <a:t>)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7151602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requer muitos compiladores</a:t>
            </a:r>
          </a:p>
          <a:p>
            <a:endParaRPr lang="pt-BR" dirty="0"/>
          </a:p>
          <a:p>
            <a:endParaRPr lang="pt-BR" dirty="0"/>
          </a:p>
          <a:p>
            <a:r>
              <a:rPr lang="pt-BR" dirty="0" err="1"/>
              <a:t>http</a:t>
            </a:r>
            <a:r>
              <a:rPr lang="pt-BR" dirty="0"/>
              <a:t>://</a:t>
            </a:r>
            <a:r>
              <a:rPr lang="pt-BR" dirty="0" err="1"/>
              <a:t>www.iconarchive.com</a:t>
            </a:r>
            <a:r>
              <a:rPr lang="pt-BR" dirty="0"/>
              <a:t>/show/vista-hardware-</a:t>
            </a:r>
            <a:r>
              <a:rPr lang="pt-BR" dirty="0" err="1"/>
              <a:t>devices</a:t>
            </a:r>
            <a:r>
              <a:rPr lang="pt-BR" dirty="0"/>
              <a:t>-</a:t>
            </a:r>
            <a:r>
              <a:rPr lang="pt-BR" dirty="0" err="1"/>
              <a:t>icons-by-icons-land</a:t>
            </a:r>
            <a:r>
              <a:rPr lang="pt-BR" dirty="0"/>
              <a:t>/Smartphone-</a:t>
            </a:r>
            <a:r>
              <a:rPr lang="pt-BR" dirty="0" err="1"/>
              <a:t>icon.html</a:t>
            </a:r>
            <a:endParaRPr lang="pt-BR" dirty="0"/>
          </a:p>
          <a:p>
            <a:r>
              <a:rPr lang="pt-BR" dirty="0" err="1"/>
              <a:t>http</a:t>
            </a:r>
            <a:r>
              <a:rPr lang="pt-BR" dirty="0"/>
              <a:t>://</a:t>
            </a:r>
            <a:r>
              <a:rPr lang="pt-BR" dirty="0" err="1"/>
              <a:t>www.canstockphoto.com</a:t>
            </a:r>
            <a:r>
              <a:rPr lang="pt-BR" dirty="0"/>
              <a:t>/</a:t>
            </a:r>
            <a:r>
              <a:rPr lang="pt-BR" dirty="0" err="1"/>
              <a:t>illustration</a:t>
            </a:r>
            <a:r>
              <a:rPr lang="pt-BR" dirty="0"/>
              <a:t>/</a:t>
            </a:r>
            <a:r>
              <a:rPr lang="pt-BR" dirty="0" err="1"/>
              <a:t>semiconductors.html</a:t>
            </a:r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5893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VM permite computadores emulando outros computadores, que nem existem ainda.</a:t>
            </a:r>
          </a:p>
          <a:p>
            <a:endParaRPr lang="pt-BR" dirty="0"/>
          </a:p>
          <a:p>
            <a:pPr>
              <a:spcAft>
                <a:spcPct val="100000"/>
              </a:spcAft>
              <a:buFont typeface="Wingdings" charset="0"/>
              <a:buNone/>
            </a:pPr>
            <a:r>
              <a:rPr lang="en-US" sz="1800" u="sng" dirty="0"/>
              <a:t>VM implementation options:</a:t>
            </a:r>
          </a:p>
          <a:p>
            <a:pPr lvl="1">
              <a:spcAft>
                <a:spcPct val="100000"/>
              </a:spcAft>
            </a:pPr>
            <a:r>
              <a:rPr lang="en-US" sz="1800" dirty="0"/>
              <a:t>Software-based  (emulate the VM using, say, Java) </a:t>
            </a:r>
          </a:p>
          <a:p>
            <a:pPr lvl="1">
              <a:spcAft>
                <a:spcPct val="100000"/>
              </a:spcAft>
            </a:pPr>
            <a:r>
              <a:rPr lang="en-US" sz="1800" dirty="0"/>
              <a:t>Translator-based  (translate VM programs into, say, the Hack language)</a:t>
            </a:r>
          </a:p>
          <a:p>
            <a:pPr lvl="1">
              <a:spcAft>
                <a:spcPct val="100000"/>
              </a:spcAft>
            </a:pPr>
            <a:r>
              <a:rPr lang="en-US" sz="1800" dirty="0"/>
              <a:t>Hardware-based  (realize the VM using dedicated memory and</a:t>
            </a:r>
            <a:br>
              <a:rPr lang="en-US" sz="1800" dirty="0"/>
            </a:br>
            <a:r>
              <a:rPr lang="en-US" sz="1800" dirty="0"/>
              <a:t>                             registers)</a:t>
            </a:r>
            <a:endParaRPr lang="en-US" sz="1800" u="sng" dirty="0"/>
          </a:p>
          <a:p>
            <a:pPr>
              <a:spcBef>
                <a:spcPct val="100000"/>
              </a:spcBef>
              <a:spcAft>
                <a:spcPct val="100000"/>
              </a:spcAft>
              <a:buFont typeface="Wingdings" charset="0"/>
              <a:buNone/>
            </a:pPr>
            <a:r>
              <a:rPr lang="en-US" sz="1800" u="sng" dirty="0"/>
              <a:t>Well-known translator-based implementations:</a:t>
            </a:r>
          </a:p>
          <a:p>
            <a:pPr lvl="1">
              <a:spcAft>
                <a:spcPct val="100000"/>
              </a:spcAft>
            </a:pPr>
            <a:r>
              <a:rPr lang="en-US" sz="1800" dirty="0"/>
              <a:t>JVM (runs bytecode programs in the Java platform)</a:t>
            </a:r>
          </a:p>
          <a:p>
            <a:pPr lvl="1">
              <a:spcAft>
                <a:spcPct val="100000"/>
              </a:spcAft>
            </a:pPr>
            <a:r>
              <a:rPr lang="en-US" sz="1800" dirty="0"/>
              <a:t>CLR (runs IL programs in the .NET platform).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9706021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sz="1200" dirty="0"/>
              <a:t>O design da máquina virtual deve ser independente do hardware. Restringindo a certas arquiteturas vai limitar o uso da máquina virtual. Você pode querer fazer seu código rodar em máquinas que nem existem ainda.</a:t>
            </a:r>
          </a:p>
          <a:p>
            <a:endParaRPr lang="pt-BR" dirty="0"/>
          </a:p>
          <a:p>
            <a:r>
              <a:rPr lang="pt-BR" dirty="0"/>
              <a:t>VM standard </a:t>
            </a:r>
            <a:r>
              <a:rPr lang="pt-BR" dirty="0" err="1"/>
              <a:t>mapping</a:t>
            </a:r>
            <a:r>
              <a:rPr lang="pt-BR" dirty="0"/>
              <a:t>:</a:t>
            </a:r>
          </a:p>
          <a:p>
            <a:pPr marL="285750" indent="-285750">
              <a:buFont typeface="Arial"/>
              <a:buChar char="•"/>
            </a:pPr>
            <a:r>
              <a:rPr lang="pt-BR" dirty="0"/>
              <a:t>para testes</a:t>
            </a:r>
          </a:p>
          <a:p>
            <a:pPr marL="285750" indent="-285750">
              <a:buFont typeface="Arial"/>
              <a:buChar char="•"/>
            </a:pPr>
            <a:r>
              <a:rPr lang="pt-BR" dirty="0"/>
              <a:t>interagir com outros programas do computador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73373690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AB685F9-7665-42D5-A7FF-C968935170E9}" type="slidenum">
              <a:rPr lang="pt-BR" smtClean="0"/>
              <a:pPr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01647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defTabSz="740038"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685817" indent="-263776" defTabSz="740038"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055103" indent="-211021" defTabSz="740038"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477145" indent="-211021" defTabSz="740038"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1899186" indent="-211021" defTabSz="740038"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321227" indent="-211021" algn="ctr" defTabSz="7400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743269" indent="-211021" algn="ctr" defTabSz="7400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165310" indent="-211021" algn="ctr" defTabSz="7400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587351" indent="-211021" algn="ctr" defTabSz="7400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C1ECD507-4454-A040-823C-332DC6AC7463}" type="slidenum">
              <a:rPr lang="he-IL" sz="1000">
                <a:latin typeface="Times New Roman" charset="0"/>
              </a:rPr>
              <a:pPr/>
              <a:t>14</a:t>
            </a:fld>
            <a:endParaRPr lang="en-US" sz="1000">
              <a:latin typeface="Times New Roman" charset="0"/>
            </a:endParaRPr>
          </a:p>
        </p:txBody>
      </p:sp>
      <p:sp>
        <p:nvSpPr>
          <p:cNvPr id="43011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3012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FAA26D3D-D897-4be2-8F04-BA451C77F1D7}">
              <ma14:placeholderFlag xmlns="" xmlns:ma14="http://schemas.microsoft.com/office/mac/drawingml/2011/main" val="1"/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718976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3799710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defTabSz="740038"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685817" indent="-263776" defTabSz="740038"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055103" indent="-211021" defTabSz="740038"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477145" indent="-211021" defTabSz="740038"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1899186" indent="-211021" defTabSz="740038"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321227" indent="-211021" algn="ctr" defTabSz="7400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743269" indent="-211021" algn="ctr" defTabSz="7400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165310" indent="-211021" algn="ctr" defTabSz="7400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587351" indent="-211021" algn="ctr" defTabSz="7400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3B640DF2-1921-0940-A108-9DC9968C1B46}" type="slidenum">
              <a:rPr lang="he-IL" sz="1000">
                <a:latin typeface="Times New Roman" charset="0"/>
              </a:rPr>
              <a:pPr/>
              <a:t>17</a:t>
            </a:fld>
            <a:endParaRPr lang="en-US" sz="1000">
              <a:latin typeface="Times New Roman" charset="0"/>
            </a:endParaRPr>
          </a:p>
        </p:txBody>
      </p:sp>
      <p:sp>
        <p:nvSpPr>
          <p:cNvPr id="39939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9940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FAA26D3D-D897-4be2-8F04-BA451C77F1D7}">
              <ma14:placeholderFlag xmlns="" xmlns:ma14="http://schemas.microsoft.com/office/mac/drawingml/2011/main" val="1"/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9979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defTabSz="740038"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685817" indent="-263776" defTabSz="740038"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055103" indent="-211021" defTabSz="740038"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477145" indent="-211021" defTabSz="740038"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1899186" indent="-211021" defTabSz="740038"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321227" indent="-211021" algn="ctr" defTabSz="7400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743269" indent="-211021" algn="ctr" defTabSz="7400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165310" indent="-211021" algn="ctr" defTabSz="7400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587351" indent="-211021" algn="ctr" defTabSz="7400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8CA8E328-D0F3-354A-8E33-DA4021FC54DF}" type="slidenum">
              <a:rPr lang="he-IL" sz="1000">
                <a:latin typeface="Times New Roman" charset="0"/>
              </a:rPr>
              <a:pPr/>
              <a:t>18</a:t>
            </a:fld>
            <a:endParaRPr lang="en-US" sz="1000">
              <a:latin typeface="Times New Roman" charset="0"/>
            </a:endParaRPr>
          </a:p>
        </p:txBody>
      </p:sp>
      <p:sp>
        <p:nvSpPr>
          <p:cNvPr id="409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0964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FAA26D3D-D897-4be2-8F04-BA451C77F1D7}">
              <ma14:placeholderFlag xmlns="" xmlns:ma14="http://schemas.microsoft.com/office/mac/drawingml/2011/main" val="1"/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534626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5"/>
          <p:cNvSpPr>
            <a:spLocks noGrp="1" noChangeArrowheads="1"/>
          </p:cNvSpPr>
          <p:nvPr>
            <p:ph type="sldNum" sz="quarter" idx="5"/>
          </p:nvPr>
        </p:nvSpPr>
        <p:spPr>
          <a:noFill/>
          <a:extLs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>
            <a:lvl1pPr defTabSz="740038"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1pPr>
            <a:lvl2pPr marL="685817" indent="-263776" defTabSz="740038"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055103" indent="-211021" defTabSz="740038"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477145" indent="-211021" defTabSz="740038"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1899186" indent="-211021" defTabSz="740038"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321227" indent="-211021" algn="ctr" defTabSz="7400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743269" indent="-211021" algn="ctr" defTabSz="7400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165310" indent="-211021" algn="ctr" defTabSz="7400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587351" indent="-211021" algn="ctr" defTabSz="7400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1D9F3C4C-6C9B-474E-B60C-A1530513CF60}" type="slidenum">
              <a:rPr lang="he-IL" sz="1000">
                <a:latin typeface="Times New Roman" charset="0"/>
              </a:rPr>
              <a:pPr/>
              <a:t>19</a:t>
            </a:fld>
            <a:endParaRPr lang="en-US" sz="1000">
              <a:latin typeface="Times New Roman" charset="0"/>
            </a:endParaRPr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extLst>
            <a:ext uri="{FAA26D3D-D897-4be2-8F04-BA451C77F1D7}">
              <ma14:placeholderFlag xmlns="" xmlns:ma14="http://schemas.microsoft.com/office/mac/drawingml/2011/main" val="1"/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  <p:txBody>
          <a:bodyPr/>
          <a:lstStyle/>
          <a:p>
            <a:endParaRPr lang="en-US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698015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23FB91E-A0DC-4A5F-B463-D7B8E79502D1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4225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BCBEC0"/>
                </a:solidFill>
              </a:defRPr>
            </a:lvl1pPr>
          </a:lstStyle>
          <a:p>
            <a:fld id="{CC8788FA-9D8F-3C45-9A7B-393163C83DF0}" type="datetime1">
              <a:rPr lang="en-US" smtClean="0"/>
              <a:t>10/25/26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BCBEC0"/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BCBEC0"/>
                </a:solidFill>
              </a:defRPr>
            </a:lvl1pPr>
          </a:lstStyle>
          <a:p>
            <a:fld id="{7FFE5E5C-C80A-4D8D-A711-3102A7BA9258}" type="slidenum">
              <a:rPr lang="pt-BR" smtClean="0"/>
              <a:pPr/>
              <a:t>‹#›</a:t>
            </a:fld>
            <a:endParaRPr lang="pt-BR" dirty="0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57" y="0"/>
            <a:ext cx="9138285" cy="6858000"/>
          </a:xfrm>
          <a:prstGeom prst="rect">
            <a:avLst/>
          </a:prstGeom>
        </p:spPr>
      </p:pic>
      <p:sp>
        <p:nvSpPr>
          <p:cNvPr id="9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966786" y="2714625"/>
            <a:ext cx="7343775" cy="71437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título</a:t>
            </a:r>
          </a:p>
        </p:txBody>
      </p:sp>
      <p:sp>
        <p:nvSpPr>
          <p:cNvPr id="10" name="Espaço Reservado para Conteúdo 2"/>
          <p:cNvSpPr>
            <a:spLocks noGrp="1"/>
          </p:cNvSpPr>
          <p:nvPr>
            <p:ph idx="13" hasCustomPrompt="1"/>
          </p:nvPr>
        </p:nvSpPr>
        <p:spPr>
          <a:xfrm>
            <a:off x="966786" y="3429001"/>
            <a:ext cx="7343775" cy="4762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FontTx/>
              <a:buNone/>
              <a:defRPr sz="2000" b="0">
                <a:solidFill>
                  <a:schemeClr val="bg1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subtítulo</a:t>
            </a:r>
          </a:p>
        </p:txBody>
      </p:sp>
      <p:sp>
        <p:nvSpPr>
          <p:cNvPr id="11" name="Espaço Reservado para Conteúdo 2"/>
          <p:cNvSpPr>
            <a:spLocks noGrp="1"/>
          </p:cNvSpPr>
          <p:nvPr>
            <p:ph idx="14" hasCustomPrompt="1"/>
          </p:nvPr>
        </p:nvSpPr>
        <p:spPr>
          <a:xfrm>
            <a:off x="900111" y="6356349"/>
            <a:ext cx="7343775" cy="2381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FontTx/>
              <a:buNone/>
              <a:defRPr sz="1400" b="0" baseline="0">
                <a:solidFill>
                  <a:schemeClr val="bg1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a data e o nome da área ou disciplina</a:t>
            </a:r>
          </a:p>
        </p:txBody>
      </p:sp>
    </p:spTree>
    <p:extLst>
      <p:ext uri="{BB962C8B-B14F-4D97-AF65-F5344CB8AC3E}">
        <p14:creationId xmlns:p14="http://schemas.microsoft.com/office/powerpoint/2010/main" val="25296349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1"/>
          <p:cNvSpPr>
            <a:spLocks noGrp="1"/>
          </p:cNvSpPr>
          <p:nvPr>
            <p:ph type="title"/>
          </p:nvPr>
        </p:nvSpPr>
        <p:spPr>
          <a:xfrm>
            <a:off x="457200" y="781050"/>
            <a:ext cx="8229600" cy="61912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11" name="Espaço Reservado para Conteúdo 2"/>
          <p:cNvSpPr>
            <a:spLocks noGrp="1"/>
          </p:cNvSpPr>
          <p:nvPr>
            <p:ph idx="1"/>
          </p:nvPr>
        </p:nvSpPr>
        <p:spPr>
          <a:xfrm>
            <a:off x="657225" y="1485900"/>
            <a:ext cx="8029575" cy="472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2" name="Espaço Reservado para Texto 7"/>
          <p:cNvSpPr>
            <a:spLocks noGrp="1"/>
          </p:cNvSpPr>
          <p:nvPr>
            <p:ph type="body" sz="quarter" idx="13" hasCustomPrompt="1"/>
          </p:nvPr>
        </p:nvSpPr>
        <p:spPr>
          <a:xfrm>
            <a:off x="161925" y="85725"/>
            <a:ext cx="7229475" cy="352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00" b="1">
                <a:solidFill>
                  <a:srgbClr val="BCBEC0"/>
                </a:solidFill>
              </a:defRPr>
            </a:lvl1pPr>
          </a:lstStyle>
          <a:p>
            <a:pPr lvl="0"/>
            <a:r>
              <a:rPr lang="pt-BR" dirty="0"/>
              <a:t>Clique para editar o chapéu mestre</a:t>
            </a:r>
          </a:p>
        </p:txBody>
      </p:sp>
      <p:sp>
        <p:nvSpPr>
          <p:cNvPr id="5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4172" y="6402174"/>
            <a:ext cx="6415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7FFE5E5C-C80A-4D8D-A711-3102A7BA9258}" type="slidenum">
              <a:rPr lang="pt-BR" smtClean="0"/>
              <a:pPr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848132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C2149-89A1-2143-B6CB-10E4BD2D3370}" type="datetime1">
              <a:rPr lang="en-US" smtClean="0"/>
              <a:t>10/25/26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1635760" cy="365125"/>
          </a:xfrm>
        </p:spPr>
        <p:txBody>
          <a:bodyPr/>
          <a:lstStyle/>
          <a:p>
            <a:fld id="{7FFE5E5C-C80A-4D8D-A711-3102A7BA9258}" type="slidenum">
              <a:rPr lang="pt-BR" smtClean="0"/>
              <a:t>‹#›</a:t>
            </a:fld>
            <a:endParaRPr lang="pt-BR"/>
          </a:p>
        </p:txBody>
      </p:sp>
      <p:sp>
        <p:nvSpPr>
          <p:cNvPr id="16" name="Título 1"/>
          <p:cNvSpPr>
            <a:spLocks noGrp="1"/>
          </p:cNvSpPr>
          <p:nvPr>
            <p:ph type="title"/>
          </p:nvPr>
        </p:nvSpPr>
        <p:spPr>
          <a:xfrm>
            <a:off x="457200" y="781050"/>
            <a:ext cx="8229600" cy="61912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17" name="Espaço Reservado para Texto 7"/>
          <p:cNvSpPr>
            <a:spLocks noGrp="1"/>
          </p:cNvSpPr>
          <p:nvPr>
            <p:ph type="body" sz="quarter" idx="13" hasCustomPrompt="1"/>
          </p:nvPr>
        </p:nvSpPr>
        <p:spPr>
          <a:xfrm>
            <a:off x="161925" y="85725"/>
            <a:ext cx="7229475" cy="352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00" b="1">
                <a:solidFill>
                  <a:srgbClr val="BCBEC0"/>
                </a:solidFill>
              </a:defRPr>
            </a:lvl1pPr>
          </a:lstStyle>
          <a:p>
            <a:pPr lvl="0"/>
            <a:r>
              <a:rPr lang="pt-BR" dirty="0"/>
              <a:t>Clique para editar o chapéu mestre</a:t>
            </a:r>
          </a:p>
        </p:txBody>
      </p:sp>
      <p:sp>
        <p:nvSpPr>
          <p:cNvPr id="18" name="Espaço Reservado para Texto 4"/>
          <p:cNvSpPr>
            <a:spLocks noGrp="1"/>
          </p:cNvSpPr>
          <p:nvPr>
            <p:ph type="body" sz="quarter" idx="15" hasCustomPrompt="1"/>
          </p:nvPr>
        </p:nvSpPr>
        <p:spPr>
          <a:xfrm>
            <a:off x="4714875" y="1484313"/>
            <a:ext cx="3971925" cy="6397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dirty="0"/>
              <a:t>Clique para editar subtítulo mestre</a:t>
            </a:r>
          </a:p>
        </p:txBody>
      </p:sp>
      <p:sp>
        <p:nvSpPr>
          <p:cNvPr id="20" name="Espaço Reservado para Texto 4"/>
          <p:cNvSpPr>
            <a:spLocks noGrp="1"/>
          </p:cNvSpPr>
          <p:nvPr>
            <p:ph type="body" sz="quarter" idx="16" hasCustomPrompt="1"/>
          </p:nvPr>
        </p:nvSpPr>
        <p:spPr>
          <a:xfrm>
            <a:off x="657225" y="1487488"/>
            <a:ext cx="3971925" cy="6397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dirty="0"/>
              <a:t>Clique para editar subtítulo mestre</a:t>
            </a:r>
          </a:p>
        </p:txBody>
      </p:sp>
      <p:sp>
        <p:nvSpPr>
          <p:cNvPr id="21" name="Espaço Reservado para Conteúdo 2"/>
          <p:cNvSpPr>
            <a:spLocks noGrp="1"/>
          </p:cNvSpPr>
          <p:nvPr>
            <p:ph idx="1"/>
          </p:nvPr>
        </p:nvSpPr>
        <p:spPr>
          <a:xfrm>
            <a:off x="657225" y="2181225"/>
            <a:ext cx="3971925" cy="3962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22" name="Espaço Reservado para Conteúdo 2"/>
          <p:cNvSpPr>
            <a:spLocks noGrp="1"/>
          </p:cNvSpPr>
          <p:nvPr>
            <p:ph idx="17"/>
          </p:nvPr>
        </p:nvSpPr>
        <p:spPr>
          <a:xfrm>
            <a:off x="4714875" y="2190750"/>
            <a:ext cx="3971925" cy="3962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7640320" y="648208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/>
          </a:p>
        </p:txBody>
      </p:sp>
      <p:sp>
        <p:nvSpPr>
          <p:cNvPr id="3" name="TextBox 2"/>
          <p:cNvSpPr txBox="1"/>
          <p:nvPr userDrawn="1"/>
        </p:nvSpPr>
        <p:spPr>
          <a:xfrm>
            <a:off x="7112000" y="6563360"/>
            <a:ext cx="396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  <p:sp>
        <p:nvSpPr>
          <p:cNvPr id="13" name="TextBox 12"/>
          <p:cNvSpPr txBox="1"/>
          <p:nvPr userDrawn="1"/>
        </p:nvSpPr>
        <p:spPr>
          <a:xfrm>
            <a:off x="7106920" y="6356350"/>
            <a:ext cx="396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3085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D7956-45FE-0B43-9FB1-4BE9D905D684}" type="datetime1">
              <a:rPr lang="en-US" smtClean="0"/>
              <a:t>10/25/26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t>‹#›</a:t>
            </a:fld>
            <a:endParaRPr lang="pt-BR"/>
          </a:p>
        </p:txBody>
      </p:sp>
      <p:sp>
        <p:nvSpPr>
          <p:cNvPr id="16" name="Título 1"/>
          <p:cNvSpPr>
            <a:spLocks noGrp="1"/>
          </p:cNvSpPr>
          <p:nvPr>
            <p:ph type="title"/>
          </p:nvPr>
        </p:nvSpPr>
        <p:spPr>
          <a:xfrm>
            <a:off x="457200" y="781050"/>
            <a:ext cx="8229600" cy="61912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17" name="Espaço Reservado para Texto 7"/>
          <p:cNvSpPr>
            <a:spLocks noGrp="1"/>
          </p:cNvSpPr>
          <p:nvPr>
            <p:ph type="body" sz="quarter" idx="13" hasCustomPrompt="1"/>
          </p:nvPr>
        </p:nvSpPr>
        <p:spPr>
          <a:xfrm>
            <a:off x="161925" y="85725"/>
            <a:ext cx="7229475" cy="352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00" b="1">
                <a:solidFill>
                  <a:srgbClr val="BCBEC0"/>
                </a:solidFill>
              </a:defRPr>
            </a:lvl1pPr>
          </a:lstStyle>
          <a:p>
            <a:pPr lvl="0"/>
            <a:r>
              <a:rPr lang="pt-BR" dirty="0"/>
              <a:t>Clique para editar o chapéu mestre</a:t>
            </a:r>
          </a:p>
        </p:txBody>
      </p:sp>
      <p:sp>
        <p:nvSpPr>
          <p:cNvPr id="21" name="Espaço Reservado para Conteúdo 2"/>
          <p:cNvSpPr>
            <a:spLocks noGrp="1"/>
          </p:cNvSpPr>
          <p:nvPr>
            <p:ph idx="1"/>
          </p:nvPr>
        </p:nvSpPr>
        <p:spPr>
          <a:xfrm>
            <a:off x="657225" y="1476375"/>
            <a:ext cx="3971925" cy="46672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22" name="Espaço Reservado para Conteúdo 2"/>
          <p:cNvSpPr>
            <a:spLocks noGrp="1"/>
          </p:cNvSpPr>
          <p:nvPr>
            <p:ph idx="17"/>
          </p:nvPr>
        </p:nvSpPr>
        <p:spPr>
          <a:xfrm>
            <a:off x="4714875" y="1476375"/>
            <a:ext cx="3971925" cy="467677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3900368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6C89B-46A1-944B-8294-819B08567B54}" type="datetime1">
              <a:rPr lang="en-US" smtClean="0"/>
              <a:t>10/25/26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1503680" cy="365125"/>
          </a:xfrm>
        </p:spPr>
        <p:txBody>
          <a:bodyPr/>
          <a:lstStyle/>
          <a:p>
            <a:fld id="{7FFE5E5C-C80A-4D8D-A711-3102A7BA9258}" type="slidenum">
              <a:rPr lang="pt-BR" smtClean="0"/>
              <a:t>‹#›</a:t>
            </a:fld>
            <a:endParaRPr lang="pt-BR" dirty="0"/>
          </a:p>
        </p:txBody>
      </p:sp>
      <p:sp>
        <p:nvSpPr>
          <p:cNvPr id="16" name="Título 1"/>
          <p:cNvSpPr>
            <a:spLocks noGrp="1"/>
          </p:cNvSpPr>
          <p:nvPr>
            <p:ph type="title"/>
          </p:nvPr>
        </p:nvSpPr>
        <p:spPr>
          <a:xfrm>
            <a:off x="457200" y="781050"/>
            <a:ext cx="8229600" cy="61912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17" name="Espaço Reservado para Texto 7"/>
          <p:cNvSpPr>
            <a:spLocks noGrp="1"/>
          </p:cNvSpPr>
          <p:nvPr>
            <p:ph type="body" sz="quarter" idx="13" hasCustomPrompt="1"/>
          </p:nvPr>
        </p:nvSpPr>
        <p:spPr>
          <a:xfrm>
            <a:off x="161925" y="85725"/>
            <a:ext cx="7229475" cy="352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00" b="1">
                <a:solidFill>
                  <a:srgbClr val="BCBEC0"/>
                </a:solidFill>
              </a:defRPr>
            </a:lvl1pPr>
          </a:lstStyle>
          <a:p>
            <a:pPr lvl="0"/>
            <a:r>
              <a:rPr lang="pt-BR" dirty="0"/>
              <a:t>Clique para editar o chapéu mestre</a:t>
            </a:r>
          </a:p>
        </p:txBody>
      </p:sp>
      <p:sp>
        <p:nvSpPr>
          <p:cNvPr id="21" name="Espaço Reservado para Conteúdo 2"/>
          <p:cNvSpPr>
            <a:spLocks noGrp="1"/>
          </p:cNvSpPr>
          <p:nvPr>
            <p:ph idx="1"/>
          </p:nvPr>
        </p:nvSpPr>
        <p:spPr>
          <a:xfrm>
            <a:off x="657225" y="1476374"/>
            <a:ext cx="3971925" cy="242887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22" name="Espaço Reservado para Conteúdo 2"/>
          <p:cNvSpPr>
            <a:spLocks noGrp="1"/>
          </p:cNvSpPr>
          <p:nvPr>
            <p:ph idx="17"/>
          </p:nvPr>
        </p:nvSpPr>
        <p:spPr>
          <a:xfrm>
            <a:off x="4714875" y="1476375"/>
            <a:ext cx="3971925" cy="467677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Espaço Reservado para Imagem 2"/>
          <p:cNvSpPr>
            <a:spLocks noGrp="1"/>
          </p:cNvSpPr>
          <p:nvPr>
            <p:ph type="pic" idx="15"/>
          </p:nvPr>
        </p:nvSpPr>
        <p:spPr>
          <a:xfrm>
            <a:off x="657224" y="4086225"/>
            <a:ext cx="3971925" cy="17049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11" name="Espaço Reservado para Texto 7"/>
          <p:cNvSpPr>
            <a:spLocks noGrp="1"/>
          </p:cNvSpPr>
          <p:nvPr>
            <p:ph type="body" sz="quarter" idx="16" hasCustomPrompt="1"/>
          </p:nvPr>
        </p:nvSpPr>
        <p:spPr>
          <a:xfrm>
            <a:off x="657225" y="5791200"/>
            <a:ext cx="3971924" cy="352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100" b="0" i="1" baseline="0">
                <a:solidFill>
                  <a:srgbClr val="BCBEC0"/>
                </a:solidFill>
              </a:defRPr>
            </a:lvl1pPr>
          </a:lstStyle>
          <a:p>
            <a:pPr lvl="0"/>
            <a:r>
              <a:rPr lang="pt-BR" dirty="0"/>
              <a:t>Clique para editar a legenda mestre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7386320" y="6356350"/>
            <a:ext cx="467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4775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4924424" y="0"/>
            <a:ext cx="4219575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FE0B43-6A8C-D94C-A4F4-9A1865BE9A40}" type="datetime1">
              <a:rPr lang="en-US" smtClean="0"/>
              <a:t>10/25/26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t>‹#›</a:t>
            </a:fld>
            <a:endParaRPr lang="pt-BR"/>
          </a:p>
        </p:txBody>
      </p:sp>
      <p:sp>
        <p:nvSpPr>
          <p:cNvPr id="8" name="Título 1"/>
          <p:cNvSpPr>
            <a:spLocks noGrp="1"/>
          </p:cNvSpPr>
          <p:nvPr>
            <p:ph type="title" hasCustomPrompt="1"/>
          </p:nvPr>
        </p:nvSpPr>
        <p:spPr>
          <a:xfrm>
            <a:off x="457200" y="781050"/>
            <a:ext cx="4363508" cy="619125"/>
          </a:xfrm>
          <a:prstGeom prst="rect">
            <a:avLst/>
          </a:prstGeom>
        </p:spPr>
        <p:txBody>
          <a:bodyPr/>
          <a:lstStyle>
            <a:lvl1pPr>
              <a:defRPr baseline="0"/>
            </a:lvl1pPr>
          </a:lstStyle>
          <a:p>
            <a:r>
              <a:rPr lang="pt-BR" dirty="0"/>
              <a:t>Edite o título mestre</a:t>
            </a:r>
          </a:p>
        </p:txBody>
      </p:sp>
      <p:sp>
        <p:nvSpPr>
          <p:cNvPr id="9" name="Espaço Reservado para Conteúdo 2"/>
          <p:cNvSpPr>
            <a:spLocks noGrp="1"/>
          </p:cNvSpPr>
          <p:nvPr>
            <p:ph idx="13"/>
          </p:nvPr>
        </p:nvSpPr>
        <p:spPr>
          <a:xfrm>
            <a:off x="657225" y="1485900"/>
            <a:ext cx="4163483" cy="472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  <p:extLst>
      <p:ext uri="{BB962C8B-B14F-4D97-AF65-F5344CB8AC3E}">
        <p14:creationId xmlns:p14="http://schemas.microsoft.com/office/powerpoint/2010/main" val="34510882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undo_ppt1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ítulo 1"/>
          <p:cNvSpPr>
            <a:spLocks noGrp="1"/>
          </p:cNvSpPr>
          <p:nvPr>
            <p:ph type="title"/>
          </p:nvPr>
        </p:nvSpPr>
        <p:spPr>
          <a:xfrm>
            <a:off x="457200" y="781050"/>
            <a:ext cx="8229600" cy="61912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11" name="Espaço Reservado para Conteúdo 2"/>
          <p:cNvSpPr>
            <a:spLocks noGrp="1"/>
          </p:cNvSpPr>
          <p:nvPr>
            <p:ph idx="1"/>
          </p:nvPr>
        </p:nvSpPr>
        <p:spPr>
          <a:xfrm>
            <a:off x="657225" y="1485900"/>
            <a:ext cx="8029575" cy="472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2" name="Espaço Reservado para Texto 7"/>
          <p:cNvSpPr>
            <a:spLocks noGrp="1"/>
          </p:cNvSpPr>
          <p:nvPr>
            <p:ph type="body" sz="quarter" idx="13" hasCustomPrompt="1"/>
          </p:nvPr>
        </p:nvSpPr>
        <p:spPr>
          <a:xfrm>
            <a:off x="161925" y="85725"/>
            <a:ext cx="7229475" cy="352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00" b="1">
                <a:solidFill>
                  <a:srgbClr val="BCBEC0"/>
                </a:solidFill>
              </a:defRPr>
            </a:lvl1pPr>
          </a:lstStyle>
          <a:p>
            <a:pPr lvl="0"/>
            <a:r>
              <a:rPr lang="pt-BR" dirty="0"/>
              <a:t>Clique para editar o chapéu mestre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BCBEC0"/>
                </a:solidFill>
              </a:defRPr>
            </a:lvl1pPr>
          </a:lstStyle>
          <a:p>
            <a:fld id="{CC8788FA-9D8F-3C45-9A7B-393163C83DF0}" type="datetime1">
              <a:rPr lang="en-US" smtClean="0"/>
              <a:pPr/>
              <a:t>10/25/26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BCBEC0"/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BCBEC0"/>
                </a:solidFill>
              </a:defRPr>
            </a:lvl1pPr>
          </a:lstStyle>
          <a:p>
            <a:fld id="{7FFE5E5C-C80A-4D8D-A711-3102A7BA9258}" type="slidenum">
              <a:rPr lang="pt-BR" smtClean="0"/>
              <a:pPr/>
              <a:t>‹#›</a:t>
            </a:fld>
            <a:endParaRPr lang="pt-BR" dirty="0"/>
          </a:p>
        </p:txBody>
      </p:sp>
      <p:pic>
        <p:nvPicPr>
          <p:cNvPr id="7" name="Imagem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857" y="0"/>
            <a:ext cx="9138285" cy="6858000"/>
          </a:xfrm>
          <a:prstGeom prst="rect">
            <a:avLst/>
          </a:prstGeom>
        </p:spPr>
      </p:pic>
      <p:sp>
        <p:nvSpPr>
          <p:cNvPr id="9" name="Espaço Reservado para Conteúdo 2"/>
          <p:cNvSpPr>
            <a:spLocks noGrp="1"/>
          </p:cNvSpPr>
          <p:nvPr>
            <p:ph idx="1" hasCustomPrompt="1"/>
          </p:nvPr>
        </p:nvSpPr>
        <p:spPr>
          <a:xfrm>
            <a:off x="966786" y="2714625"/>
            <a:ext cx="7343775" cy="71437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FontTx/>
              <a:buNone/>
              <a:defRPr sz="3600" b="1">
                <a:solidFill>
                  <a:schemeClr val="bg1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título</a:t>
            </a:r>
          </a:p>
        </p:txBody>
      </p:sp>
      <p:sp>
        <p:nvSpPr>
          <p:cNvPr id="10" name="Espaço Reservado para Conteúdo 2"/>
          <p:cNvSpPr>
            <a:spLocks noGrp="1"/>
          </p:cNvSpPr>
          <p:nvPr>
            <p:ph idx="13" hasCustomPrompt="1"/>
          </p:nvPr>
        </p:nvSpPr>
        <p:spPr>
          <a:xfrm>
            <a:off x="966786" y="3429001"/>
            <a:ext cx="7343775" cy="4762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FontTx/>
              <a:buNone/>
              <a:defRPr sz="2000" b="0">
                <a:solidFill>
                  <a:schemeClr val="bg1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subtítulo</a:t>
            </a:r>
          </a:p>
        </p:txBody>
      </p:sp>
      <p:sp>
        <p:nvSpPr>
          <p:cNvPr id="11" name="Espaço Reservado para Conteúdo 2"/>
          <p:cNvSpPr>
            <a:spLocks noGrp="1"/>
          </p:cNvSpPr>
          <p:nvPr>
            <p:ph idx="14" hasCustomPrompt="1"/>
          </p:nvPr>
        </p:nvSpPr>
        <p:spPr>
          <a:xfrm>
            <a:off x="900111" y="6356349"/>
            <a:ext cx="7343775" cy="2381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FontTx/>
              <a:buNone/>
              <a:defRPr sz="1400" b="0" baseline="0">
                <a:solidFill>
                  <a:schemeClr val="bg1"/>
                </a:solidFill>
              </a:defRPr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a data e o nome da área ou disciplina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ítulo 1"/>
          <p:cNvSpPr>
            <a:spLocks noGrp="1"/>
          </p:cNvSpPr>
          <p:nvPr>
            <p:ph type="title"/>
          </p:nvPr>
        </p:nvSpPr>
        <p:spPr>
          <a:xfrm>
            <a:off x="457200" y="781050"/>
            <a:ext cx="8229600" cy="61912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11" name="Espaço Reservado para Conteúdo 2"/>
          <p:cNvSpPr>
            <a:spLocks noGrp="1"/>
          </p:cNvSpPr>
          <p:nvPr>
            <p:ph idx="1"/>
          </p:nvPr>
        </p:nvSpPr>
        <p:spPr>
          <a:xfrm>
            <a:off x="657225" y="1485900"/>
            <a:ext cx="8029575" cy="472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2" name="Espaço Reservado para Texto 7"/>
          <p:cNvSpPr>
            <a:spLocks noGrp="1"/>
          </p:cNvSpPr>
          <p:nvPr>
            <p:ph type="body" sz="quarter" idx="13" hasCustomPrompt="1"/>
          </p:nvPr>
        </p:nvSpPr>
        <p:spPr>
          <a:xfrm>
            <a:off x="161925" y="85725"/>
            <a:ext cx="7229475" cy="352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00" b="1">
                <a:solidFill>
                  <a:srgbClr val="BCBEC0"/>
                </a:solidFill>
              </a:defRPr>
            </a:lvl1pPr>
          </a:lstStyle>
          <a:p>
            <a:pPr lvl="0"/>
            <a:r>
              <a:rPr lang="pt-BR" dirty="0"/>
              <a:t>Clique para editar o chapéu mestre</a:t>
            </a:r>
          </a:p>
        </p:txBody>
      </p:sp>
      <p:sp>
        <p:nvSpPr>
          <p:cNvPr id="5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4172" y="6402174"/>
            <a:ext cx="64151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7FFE5E5C-C80A-4D8D-A711-3102A7BA9258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pt-BR" dirty="0">
              <a:solidFill>
                <a:prstClr val="black">
                  <a:tint val="75000"/>
                </a:prstClr>
              </a:solidFill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1C2149-89A1-2143-B6CB-10E4BD2D3370}" type="datetime1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10/25/26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1635760" cy="365125"/>
          </a:xfrm>
        </p:spPr>
        <p:txBody>
          <a:bodyPr/>
          <a:lstStyle/>
          <a:p>
            <a:fld id="{7FFE5E5C-C80A-4D8D-A711-3102A7BA9258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6" name="Título 1"/>
          <p:cNvSpPr>
            <a:spLocks noGrp="1"/>
          </p:cNvSpPr>
          <p:nvPr>
            <p:ph type="title"/>
          </p:nvPr>
        </p:nvSpPr>
        <p:spPr>
          <a:xfrm>
            <a:off x="457200" y="781050"/>
            <a:ext cx="8229600" cy="61912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17" name="Espaço Reservado para Texto 7"/>
          <p:cNvSpPr>
            <a:spLocks noGrp="1"/>
          </p:cNvSpPr>
          <p:nvPr>
            <p:ph type="body" sz="quarter" idx="13" hasCustomPrompt="1"/>
          </p:nvPr>
        </p:nvSpPr>
        <p:spPr>
          <a:xfrm>
            <a:off x="161925" y="85725"/>
            <a:ext cx="7229475" cy="352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00" b="1">
                <a:solidFill>
                  <a:srgbClr val="BCBEC0"/>
                </a:solidFill>
              </a:defRPr>
            </a:lvl1pPr>
          </a:lstStyle>
          <a:p>
            <a:pPr lvl="0"/>
            <a:r>
              <a:rPr lang="pt-BR" dirty="0"/>
              <a:t>Clique para editar o chapéu mestre</a:t>
            </a:r>
          </a:p>
        </p:txBody>
      </p:sp>
      <p:sp>
        <p:nvSpPr>
          <p:cNvPr id="18" name="Espaço Reservado para Texto 4"/>
          <p:cNvSpPr>
            <a:spLocks noGrp="1"/>
          </p:cNvSpPr>
          <p:nvPr>
            <p:ph type="body" sz="quarter" idx="15" hasCustomPrompt="1"/>
          </p:nvPr>
        </p:nvSpPr>
        <p:spPr>
          <a:xfrm>
            <a:off x="4714875" y="1484313"/>
            <a:ext cx="3971925" cy="6397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dirty="0"/>
              <a:t>Clique para editar subtítulo mestre</a:t>
            </a:r>
          </a:p>
        </p:txBody>
      </p:sp>
      <p:sp>
        <p:nvSpPr>
          <p:cNvPr id="20" name="Espaço Reservado para Texto 4"/>
          <p:cNvSpPr>
            <a:spLocks noGrp="1"/>
          </p:cNvSpPr>
          <p:nvPr>
            <p:ph type="body" sz="quarter" idx="16" hasCustomPrompt="1"/>
          </p:nvPr>
        </p:nvSpPr>
        <p:spPr>
          <a:xfrm>
            <a:off x="657225" y="1487488"/>
            <a:ext cx="3971925" cy="639762"/>
          </a:xfrm>
          <a:prstGeom prst="rect">
            <a:avLst/>
          </a:prstGeom>
        </p:spPr>
        <p:txBody>
          <a:bodyPr anchor="b">
            <a:noAutofit/>
          </a:bodyPr>
          <a:lstStyle>
            <a:lvl1pPr marL="0" indent="0">
              <a:buNone/>
              <a:defRPr sz="20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dirty="0"/>
              <a:t>Clique para editar subtítulo mestre</a:t>
            </a:r>
          </a:p>
        </p:txBody>
      </p:sp>
      <p:sp>
        <p:nvSpPr>
          <p:cNvPr id="21" name="Espaço Reservado para Conteúdo 2"/>
          <p:cNvSpPr>
            <a:spLocks noGrp="1"/>
          </p:cNvSpPr>
          <p:nvPr>
            <p:ph idx="1"/>
          </p:nvPr>
        </p:nvSpPr>
        <p:spPr>
          <a:xfrm>
            <a:off x="657225" y="2181225"/>
            <a:ext cx="3971925" cy="3962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22" name="Espaço Reservado para Conteúdo 2"/>
          <p:cNvSpPr>
            <a:spLocks noGrp="1"/>
          </p:cNvSpPr>
          <p:nvPr>
            <p:ph idx="17"/>
          </p:nvPr>
        </p:nvSpPr>
        <p:spPr>
          <a:xfrm>
            <a:off x="4714875" y="2190750"/>
            <a:ext cx="3971925" cy="3962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7640320" y="6482080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3" name="TextBox 2"/>
          <p:cNvSpPr txBox="1"/>
          <p:nvPr userDrawn="1"/>
        </p:nvSpPr>
        <p:spPr>
          <a:xfrm>
            <a:off x="7112000" y="6563360"/>
            <a:ext cx="396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>
              <a:solidFill>
                <a:prstClr val="black"/>
              </a:solidFill>
            </a:endParaRPr>
          </a:p>
        </p:txBody>
      </p:sp>
      <p:sp>
        <p:nvSpPr>
          <p:cNvPr id="13" name="TextBox 12"/>
          <p:cNvSpPr txBox="1"/>
          <p:nvPr userDrawn="1"/>
        </p:nvSpPr>
        <p:spPr>
          <a:xfrm>
            <a:off x="7106920" y="6356350"/>
            <a:ext cx="3962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D7956-45FE-0B43-9FB1-4BE9D905D684}" type="datetime1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10/25/26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FE5E5C-C80A-4D8D-A711-3102A7BA9258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6" name="Título 1"/>
          <p:cNvSpPr>
            <a:spLocks noGrp="1"/>
          </p:cNvSpPr>
          <p:nvPr>
            <p:ph type="title"/>
          </p:nvPr>
        </p:nvSpPr>
        <p:spPr>
          <a:xfrm>
            <a:off x="457200" y="781050"/>
            <a:ext cx="8229600" cy="61912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17" name="Espaço Reservado para Texto 7"/>
          <p:cNvSpPr>
            <a:spLocks noGrp="1"/>
          </p:cNvSpPr>
          <p:nvPr>
            <p:ph type="body" sz="quarter" idx="13" hasCustomPrompt="1"/>
          </p:nvPr>
        </p:nvSpPr>
        <p:spPr>
          <a:xfrm>
            <a:off x="161925" y="85725"/>
            <a:ext cx="7229475" cy="352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00" b="1">
                <a:solidFill>
                  <a:srgbClr val="BCBEC0"/>
                </a:solidFill>
              </a:defRPr>
            </a:lvl1pPr>
          </a:lstStyle>
          <a:p>
            <a:pPr lvl="0"/>
            <a:r>
              <a:rPr lang="pt-BR" dirty="0"/>
              <a:t>Clique para editar o chapéu mestre</a:t>
            </a:r>
          </a:p>
        </p:txBody>
      </p:sp>
      <p:sp>
        <p:nvSpPr>
          <p:cNvPr id="21" name="Espaço Reservado para Conteúdo 2"/>
          <p:cNvSpPr>
            <a:spLocks noGrp="1"/>
          </p:cNvSpPr>
          <p:nvPr>
            <p:ph idx="1"/>
          </p:nvPr>
        </p:nvSpPr>
        <p:spPr>
          <a:xfrm>
            <a:off x="657225" y="1476375"/>
            <a:ext cx="3971925" cy="466725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22" name="Espaço Reservado para Conteúdo 2"/>
          <p:cNvSpPr>
            <a:spLocks noGrp="1"/>
          </p:cNvSpPr>
          <p:nvPr>
            <p:ph idx="17"/>
          </p:nvPr>
        </p:nvSpPr>
        <p:spPr>
          <a:xfrm>
            <a:off x="4714875" y="1476375"/>
            <a:ext cx="3971925" cy="467677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16C89B-46A1-944B-8294-819B08567B54}" type="datetime1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10/25/26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>
          <a:xfrm>
            <a:off x="6553200" y="6356350"/>
            <a:ext cx="1503680" cy="365125"/>
          </a:xfrm>
        </p:spPr>
        <p:txBody>
          <a:bodyPr/>
          <a:lstStyle/>
          <a:p>
            <a:fld id="{7FFE5E5C-C80A-4D8D-A711-3102A7BA9258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pt-B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16" name="Título 1"/>
          <p:cNvSpPr>
            <a:spLocks noGrp="1"/>
          </p:cNvSpPr>
          <p:nvPr>
            <p:ph type="title"/>
          </p:nvPr>
        </p:nvSpPr>
        <p:spPr>
          <a:xfrm>
            <a:off x="457200" y="781050"/>
            <a:ext cx="8229600" cy="61912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17" name="Espaço Reservado para Texto 7"/>
          <p:cNvSpPr>
            <a:spLocks noGrp="1"/>
          </p:cNvSpPr>
          <p:nvPr>
            <p:ph type="body" sz="quarter" idx="13" hasCustomPrompt="1"/>
          </p:nvPr>
        </p:nvSpPr>
        <p:spPr>
          <a:xfrm>
            <a:off x="161925" y="85725"/>
            <a:ext cx="7229475" cy="352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00" b="1">
                <a:solidFill>
                  <a:srgbClr val="BCBEC0"/>
                </a:solidFill>
              </a:defRPr>
            </a:lvl1pPr>
          </a:lstStyle>
          <a:p>
            <a:pPr lvl="0"/>
            <a:r>
              <a:rPr lang="pt-BR" dirty="0"/>
              <a:t>Clique para editar o chapéu mestre</a:t>
            </a:r>
          </a:p>
        </p:txBody>
      </p:sp>
      <p:sp>
        <p:nvSpPr>
          <p:cNvPr id="21" name="Espaço Reservado para Conteúdo 2"/>
          <p:cNvSpPr>
            <a:spLocks noGrp="1"/>
          </p:cNvSpPr>
          <p:nvPr>
            <p:ph idx="1"/>
          </p:nvPr>
        </p:nvSpPr>
        <p:spPr>
          <a:xfrm>
            <a:off x="657225" y="1476374"/>
            <a:ext cx="3971925" cy="242887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22" name="Espaço Reservado para Conteúdo 2"/>
          <p:cNvSpPr>
            <a:spLocks noGrp="1"/>
          </p:cNvSpPr>
          <p:nvPr>
            <p:ph idx="17"/>
          </p:nvPr>
        </p:nvSpPr>
        <p:spPr>
          <a:xfrm>
            <a:off x="4714875" y="1476375"/>
            <a:ext cx="3971925" cy="467677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0" name="Espaço Reservado para Imagem 2"/>
          <p:cNvSpPr>
            <a:spLocks noGrp="1"/>
          </p:cNvSpPr>
          <p:nvPr>
            <p:ph type="pic" idx="15"/>
          </p:nvPr>
        </p:nvSpPr>
        <p:spPr>
          <a:xfrm>
            <a:off x="657224" y="4086225"/>
            <a:ext cx="3971925" cy="170497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11" name="Espaço Reservado para Texto 7"/>
          <p:cNvSpPr>
            <a:spLocks noGrp="1"/>
          </p:cNvSpPr>
          <p:nvPr>
            <p:ph type="body" sz="quarter" idx="16" hasCustomPrompt="1"/>
          </p:nvPr>
        </p:nvSpPr>
        <p:spPr>
          <a:xfrm>
            <a:off x="657225" y="5791200"/>
            <a:ext cx="3971924" cy="352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100" b="0" i="1" baseline="0">
                <a:solidFill>
                  <a:srgbClr val="BCBEC0"/>
                </a:solidFill>
              </a:defRPr>
            </a:lvl1pPr>
          </a:lstStyle>
          <a:p>
            <a:pPr lvl="0"/>
            <a:r>
              <a:rPr lang="pt-BR" dirty="0"/>
              <a:t>Clique para editar a legenda mestre</a:t>
            </a:r>
          </a:p>
        </p:txBody>
      </p:sp>
      <p:sp>
        <p:nvSpPr>
          <p:cNvPr id="12" name="TextBox 11"/>
          <p:cNvSpPr txBox="1"/>
          <p:nvPr userDrawn="1"/>
        </p:nvSpPr>
        <p:spPr>
          <a:xfrm>
            <a:off x="7386320" y="6356350"/>
            <a:ext cx="467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>
              <a:solidFill>
                <a:prstClr val="black"/>
              </a:solidFill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4924424" y="0"/>
            <a:ext cx="4219575" cy="68580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2FE0B43-6A8C-D94C-A4F4-9A1865BE9A40}" type="datetime1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10/25/26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FFE5E5C-C80A-4D8D-A711-3102A7BA9258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pt-BR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8" name="Título 1"/>
          <p:cNvSpPr>
            <a:spLocks noGrp="1"/>
          </p:cNvSpPr>
          <p:nvPr>
            <p:ph type="title" hasCustomPrompt="1"/>
          </p:nvPr>
        </p:nvSpPr>
        <p:spPr>
          <a:xfrm>
            <a:off x="457200" y="781050"/>
            <a:ext cx="4363508" cy="619125"/>
          </a:xfrm>
          <a:prstGeom prst="rect">
            <a:avLst/>
          </a:prstGeom>
        </p:spPr>
        <p:txBody>
          <a:bodyPr/>
          <a:lstStyle>
            <a:lvl1pPr>
              <a:defRPr baseline="0"/>
            </a:lvl1pPr>
          </a:lstStyle>
          <a:p>
            <a:r>
              <a:rPr lang="pt-BR" dirty="0"/>
              <a:t>Edite o título mestre</a:t>
            </a:r>
          </a:p>
        </p:txBody>
      </p:sp>
      <p:sp>
        <p:nvSpPr>
          <p:cNvPr id="9" name="Espaço Reservado para Conteúdo 2"/>
          <p:cNvSpPr>
            <a:spLocks noGrp="1"/>
          </p:cNvSpPr>
          <p:nvPr>
            <p:ph idx="13"/>
          </p:nvPr>
        </p:nvSpPr>
        <p:spPr>
          <a:xfrm>
            <a:off x="657225" y="1485900"/>
            <a:ext cx="4163483" cy="472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fundo_ppt1.jp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10" name="Título 1"/>
          <p:cNvSpPr>
            <a:spLocks noGrp="1"/>
          </p:cNvSpPr>
          <p:nvPr>
            <p:ph type="title"/>
          </p:nvPr>
        </p:nvSpPr>
        <p:spPr>
          <a:xfrm>
            <a:off x="457200" y="781050"/>
            <a:ext cx="8229600" cy="619125"/>
          </a:xfrm>
          <a:prstGeom prst="rect">
            <a:avLst/>
          </a:prstGeo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11" name="Espaço Reservado para Conteúdo 2"/>
          <p:cNvSpPr>
            <a:spLocks noGrp="1"/>
          </p:cNvSpPr>
          <p:nvPr>
            <p:ph idx="1"/>
          </p:nvPr>
        </p:nvSpPr>
        <p:spPr>
          <a:xfrm>
            <a:off x="657225" y="1485900"/>
            <a:ext cx="8029575" cy="472440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FontTx/>
              <a:buNone/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pt-BR" dirty="0"/>
              <a:t>Clique para editar o texto mestre</a:t>
            </a:r>
          </a:p>
          <a:p>
            <a:pPr lvl="1"/>
            <a:r>
              <a:rPr lang="pt-BR" dirty="0"/>
              <a:t>Segundo nível</a:t>
            </a:r>
          </a:p>
          <a:p>
            <a:pPr lvl="2"/>
            <a:r>
              <a:rPr lang="pt-BR" dirty="0"/>
              <a:t>Terceiro nível</a:t>
            </a:r>
          </a:p>
          <a:p>
            <a:pPr lvl="3"/>
            <a:r>
              <a:rPr lang="pt-BR" dirty="0"/>
              <a:t>Quarto nível</a:t>
            </a:r>
          </a:p>
          <a:p>
            <a:pPr lvl="4"/>
            <a:r>
              <a:rPr lang="pt-BR" dirty="0"/>
              <a:t>Quinto nível</a:t>
            </a:r>
          </a:p>
        </p:txBody>
      </p:sp>
      <p:sp>
        <p:nvSpPr>
          <p:cNvPr id="12" name="Espaço Reservado para Texto 7"/>
          <p:cNvSpPr>
            <a:spLocks noGrp="1"/>
          </p:cNvSpPr>
          <p:nvPr>
            <p:ph type="body" sz="quarter" idx="13" hasCustomPrompt="1"/>
          </p:nvPr>
        </p:nvSpPr>
        <p:spPr>
          <a:xfrm>
            <a:off x="161925" y="85725"/>
            <a:ext cx="7229475" cy="352425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1300" b="1">
                <a:solidFill>
                  <a:srgbClr val="BCBEC0"/>
                </a:solidFill>
              </a:defRPr>
            </a:lvl1pPr>
          </a:lstStyle>
          <a:p>
            <a:pPr lvl="0"/>
            <a:r>
              <a:rPr lang="pt-BR" dirty="0"/>
              <a:t>Clique para editar o chapéu mestre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theme" Target="../theme/theme2.xml"/><Relationship Id="rId3" Type="http://schemas.openxmlformats.org/officeDocument/2006/relationships/slideLayout" Target="../slideLayouts/slideLayout10.xml"/><Relationship Id="rId7" Type="http://schemas.openxmlformats.org/officeDocument/2006/relationships/slideLayout" Target="../slideLayouts/slideLayout14.xml"/><Relationship Id="rId2" Type="http://schemas.openxmlformats.org/officeDocument/2006/relationships/slideLayout" Target="../slideLayouts/slideLayout9.xml"/><Relationship Id="rId1" Type="http://schemas.openxmlformats.org/officeDocument/2006/relationships/slideLayout" Target="../slideLayouts/slideLayout8.xml"/><Relationship Id="rId6" Type="http://schemas.openxmlformats.org/officeDocument/2006/relationships/slideLayout" Target="../slideLayouts/slideLayout13.xml"/><Relationship Id="rId5" Type="http://schemas.openxmlformats.org/officeDocument/2006/relationships/slideLayout" Target="../slideLayouts/slideLayout12.xml"/><Relationship Id="rId4" Type="http://schemas.openxmlformats.org/officeDocument/2006/relationships/slideLayout" Target="../slideLayouts/slideLayout11.xml"/><Relationship Id="rId9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fundo_ppt1_ok.jpg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8EA56D1-9008-324A-AE78-6F3716B85DF9}" type="datetime1">
              <a:rPr lang="en-US" smtClean="0"/>
              <a:t>10/25/26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7FFE5E5C-C80A-4D8D-A711-3102A7BA9258}" type="slidenum">
              <a:rPr lang="pt-BR" smtClean="0"/>
              <a:pPr/>
              <a:t>‹#›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6954030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  <p:sldLayoutId id="2147483668" r:id="rId2"/>
    <p:sldLayoutId id="2147483656" r:id="rId3"/>
    <p:sldLayoutId id="2147483666" r:id="rId4"/>
    <p:sldLayoutId id="2147483667" r:id="rId5"/>
    <p:sldLayoutId id="2147483660" r:id="rId6"/>
    <p:sldLayoutId id="2147483662" r:id="rId7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3200" kern="1200">
          <a:solidFill>
            <a:srgbClr val="C00026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b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fundo_ppt1_ok.jpg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A8EA56D1-9008-324A-AE78-6F3716B85DF9}" type="datetime1">
              <a:rPr lang="en-US" smtClean="0">
                <a:solidFill>
                  <a:prstClr val="black">
                    <a:tint val="75000"/>
                  </a:prstClr>
                </a:solidFill>
              </a:rPr>
              <a:pPr/>
              <a:t>10/25/26</a:t>
            </a:fld>
            <a:endParaRPr lang="pt-B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endParaRPr lang="pt-BR" dirty="0">
              <a:solidFill>
                <a:prstClr val="black">
                  <a:tint val="75000"/>
                </a:prstClr>
              </a:solidFill>
            </a:endParaRPr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  <a:latin typeface="Verdana" panose="020B0604030504040204" pitchFamily="34" charset="0"/>
                <a:ea typeface="Verdana" panose="020B0604030504040204" pitchFamily="34" charset="0"/>
                <a:cs typeface="Verdana" panose="020B0604030504040204" pitchFamily="34" charset="0"/>
              </a:defRPr>
            </a:lvl1pPr>
          </a:lstStyle>
          <a:p>
            <a:fld id="{7FFE5E5C-C80A-4D8D-A711-3102A7BA9258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‹#›</a:t>
            </a:fld>
            <a:endParaRPr lang="pt-BR" dirty="0">
              <a:solidFill>
                <a:prstClr val="black">
                  <a:tint val="75000"/>
                </a:prst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607941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3200" kern="1200">
          <a:solidFill>
            <a:srgbClr val="C00026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1800" b="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Verdana" panose="020B0604030504040204" pitchFamily="34" charset="0"/>
          <a:ea typeface="Verdana" panose="020B0604030504040204" pitchFamily="34" charset="0"/>
          <a:cs typeface="Verdana" panose="020B0604030504040204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lpsoares@insper.edu.br?subject=e-mail%20professor%20Luciano%20Soares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9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10" Type="http://schemas.openxmlformats.org/officeDocument/2006/relationships/image" Target="../media/image5.tiff"/><Relationship Id="rId4" Type="http://schemas.openxmlformats.org/officeDocument/2006/relationships/diagramLayout" Target="../diagrams/layout1.xml"/><Relationship Id="rId9" Type="http://schemas.openxmlformats.org/officeDocument/2006/relationships/image" Target="../media/image11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tif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tif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0.xml"/><Relationship Id="rId5" Type="http://schemas.openxmlformats.org/officeDocument/2006/relationships/image" Target="../media/image11.png"/><Relationship Id="rId4" Type="http://schemas.openxmlformats.org/officeDocument/2006/relationships/image" Target="../media/image10.tiff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0.jpeg"/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hyperlink" Target="https://epxx.co/ctb/hp12c.html" TargetMode="External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.bin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w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.bin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wmf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5" Type="http://schemas.openxmlformats.org/officeDocument/2006/relationships/oleObject" Target="../embeddings/oleObject4.bin"/><Relationship Id="rId4" Type="http://schemas.openxmlformats.org/officeDocument/2006/relationships/image" Target="../media/image17.wmf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onteúdo 1"/>
          <p:cNvSpPr>
            <a:spLocks noGrp="1"/>
          </p:cNvSpPr>
          <p:nvPr>
            <p:ph idx="1"/>
          </p:nvPr>
        </p:nvSpPr>
        <p:spPr>
          <a:xfrm>
            <a:off x="966786" y="2384425"/>
            <a:ext cx="7343775" cy="714375"/>
          </a:xfrm>
        </p:spPr>
        <p:txBody>
          <a:bodyPr>
            <a:normAutofit fontScale="25000" lnSpcReduction="20000"/>
          </a:bodyPr>
          <a:lstStyle/>
          <a:p>
            <a:pPr lvl="0" defTabSz="457200">
              <a:spcBef>
                <a:spcPct val="0"/>
              </a:spcBef>
              <a:spcAft>
                <a:spcPts val="600"/>
              </a:spcAft>
              <a:defRPr/>
            </a:pPr>
            <a:r>
              <a:rPr lang="pt-BR" sz="14400" dirty="0">
                <a:latin typeface="Verdana"/>
                <a:cs typeface="Verdana"/>
              </a:rPr>
              <a:t>Elementos de Sistemas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r>
              <a:rPr lang="pt-BR" dirty="0">
                <a:latin typeface="Verdana"/>
                <a:cs typeface="Verdana"/>
              </a:rPr>
              <a:t>Aula – Máquina Virtual</a:t>
            </a:r>
          </a:p>
          <a:p>
            <a:endParaRPr lang="pt-BR" dirty="0"/>
          </a:p>
        </p:txBody>
      </p:sp>
      <p:sp>
        <p:nvSpPr>
          <p:cNvPr id="5" name="Rectangle 4"/>
          <p:cNvSpPr/>
          <p:nvPr/>
        </p:nvSpPr>
        <p:spPr>
          <a:xfrm>
            <a:off x="50800" y="4539921"/>
            <a:ext cx="9093200" cy="161582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sz="1650" dirty="0">
                <a:solidFill>
                  <a:schemeClr val="bg1"/>
                </a:solidFill>
              </a:rPr>
              <a:t>"Programadores são criadores de universos pelos quais só eles são responsáveis. Universos de complexidade praticamente ilimitada podem ser criados sob a forma de programas de computador".</a:t>
            </a:r>
            <a:br>
              <a:rPr lang="pt-BR" sz="1650" dirty="0">
                <a:solidFill>
                  <a:schemeClr val="bg1"/>
                </a:solidFill>
              </a:rPr>
            </a:br>
            <a:r>
              <a:rPr lang="en-US" sz="1650" dirty="0">
                <a:solidFill>
                  <a:schemeClr val="bg1"/>
                </a:solidFill>
              </a:rPr>
              <a:t>"Programmers are creators of universes for which they alone are responsible. Universes of virtually unlimited complexity can be created in the form of computer programs."</a:t>
            </a:r>
          </a:p>
          <a:p>
            <a:r>
              <a:rPr lang="en-US" sz="1650" b="1" dirty="0">
                <a:solidFill>
                  <a:schemeClr val="bg1"/>
                </a:solidFill>
              </a:rPr>
              <a:t>Joseph </a:t>
            </a:r>
            <a:r>
              <a:rPr lang="en-US" sz="1650" b="1" dirty="0" err="1">
                <a:solidFill>
                  <a:schemeClr val="bg1"/>
                </a:solidFill>
              </a:rPr>
              <a:t>Weizenbaum</a:t>
            </a:r>
            <a:r>
              <a:rPr lang="en-US" sz="1650" b="1" dirty="0">
                <a:solidFill>
                  <a:schemeClr val="bg1"/>
                </a:solidFill>
              </a:rPr>
              <a:t> </a:t>
            </a:r>
            <a:r>
              <a:rPr lang="en-US" sz="1650" dirty="0">
                <a:solidFill>
                  <a:schemeClr val="bg1"/>
                </a:solidFill>
              </a:rPr>
              <a:t>(1923-2008), </a:t>
            </a:r>
            <a:r>
              <a:rPr lang="en-US" sz="1650" dirty="0" err="1">
                <a:solidFill>
                  <a:schemeClr val="bg1"/>
                </a:solidFill>
              </a:rPr>
              <a:t>Cientista</a:t>
            </a:r>
            <a:r>
              <a:rPr lang="en-US" sz="1650" dirty="0">
                <a:solidFill>
                  <a:schemeClr val="bg1"/>
                </a:solidFill>
              </a:rPr>
              <a:t> da </a:t>
            </a:r>
            <a:r>
              <a:rPr lang="en-US" sz="1650" dirty="0" err="1">
                <a:solidFill>
                  <a:schemeClr val="bg1"/>
                </a:solidFill>
              </a:rPr>
              <a:t>Computação</a:t>
            </a:r>
            <a:r>
              <a:rPr lang="en-US" sz="1650" dirty="0">
                <a:solidFill>
                  <a:schemeClr val="bg1"/>
                </a:solidFill>
              </a:rPr>
              <a:t> </a:t>
            </a:r>
          </a:p>
          <a:p>
            <a:r>
              <a:rPr lang="pt-BR" sz="1650" b="1" dirty="0">
                <a:solidFill>
                  <a:schemeClr val="bg1"/>
                </a:solidFill>
              </a:rPr>
              <a:t>apud </a:t>
            </a:r>
            <a:r>
              <a:rPr lang="pt-BR" sz="1650" b="1" dirty="0" err="1">
                <a:solidFill>
                  <a:schemeClr val="bg1"/>
                </a:solidFill>
              </a:rPr>
              <a:t>Nisan</a:t>
            </a:r>
            <a:r>
              <a:rPr lang="pt-BR" sz="1650" b="1" dirty="0">
                <a:solidFill>
                  <a:schemeClr val="bg1"/>
                </a:solidFill>
              </a:rPr>
              <a:t>, N. &amp; </a:t>
            </a:r>
            <a:r>
              <a:rPr lang="pt-BR" sz="1650" b="1" dirty="0" err="1">
                <a:solidFill>
                  <a:schemeClr val="bg1"/>
                </a:solidFill>
              </a:rPr>
              <a:t>Schocken</a:t>
            </a:r>
            <a:r>
              <a:rPr lang="pt-BR" sz="1650" b="1" dirty="0">
                <a:solidFill>
                  <a:schemeClr val="bg1"/>
                </a:solidFill>
              </a:rPr>
              <a:t>, S. 2005. </a:t>
            </a:r>
            <a:r>
              <a:rPr lang="en-US" sz="1650" b="1" dirty="0">
                <a:solidFill>
                  <a:schemeClr val="bg1"/>
                </a:solidFill>
              </a:rPr>
              <a:t>Elements of Computing Systems</a:t>
            </a:r>
          </a:p>
        </p:txBody>
      </p:sp>
      <p:sp>
        <p:nvSpPr>
          <p:cNvPr id="8" name="Espaço Reservado para Conteúdo 3"/>
          <p:cNvSpPr>
            <a:spLocks noGrp="1"/>
          </p:cNvSpPr>
          <p:nvPr>
            <p:ph idx="14"/>
          </p:nvPr>
        </p:nvSpPr>
        <p:spPr>
          <a:xfrm>
            <a:off x="900111" y="6233375"/>
            <a:ext cx="7343775" cy="361099"/>
          </a:xfrm>
        </p:spPr>
        <p:txBody>
          <a:bodyPr>
            <a:normAutofit/>
          </a:bodyPr>
          <a:lstStyle/>
          <a:p>
            <a:pPr algn="r"/>
            <a:r>
              <a:rPr lang="pt-BR" dirty="0"/>
              <a:t>Ciência da Computação - Luciano Soares </a:t>
            </a:r>
            <a:r>
              <a:rPr lang="pt-BR" dirty="0">
                <a:solidFill>
                  <a:schemeClr val="tx2">
                    <a:lumMod val="40000"/>
                    <a:lumOff val="60000"/>
                  </a:schemeClr>
                </a:solidFill>
                <a:hlinkClick r:id="rId3" invalidUrl="mailto:lpsoares@insper.edu.br?subject=e-mail professor Luciano Soares"/>
              </a:rPr>
              <a:t>&lt;lpsoares@insper.edu.br&gt;</a:t>
            </a:r>
            <a:endParaRPr lang="pt-BR" dirty="0">
              <a:solidFill>
                <a:schemeClr val="tx2">
                  <a:lumMod val="40000"/>
                  <a:lumOff val="60000"/>
                </a:schemeClr>
              </a:solidFill>
            </a:endParaRPr>
          </a:p>
          <a:p>
            <a:pPr algn="r"/>
            <a:endParaRPr lang="pt-BR" dirty="0"/>
          </a:p>
          <a:p>
            <a:pPr algn="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6489210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Objetivos de Aprendizado da Aula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7225" y="1485900"/>
            <a:ext cx="8029575" cy="3406942"/>
          </a:xfrm>
        </p:spPr>
        <p:txBody>
          <a:bodyPr>
            <a:normAutofit/>
          </a:bodyPr>
          <a:lstStyle/>
          <a:p>
            <a:pPr marL="457200" indent="-457200">
              <a:buFont typeface="Arial"/>
              <a:buChar char="•"/>
            </a:pPr>
            <a:r>
              <a:rPr lang="pt-BR" sz="2800" dirty="0"/>
              <a:t>Diferenciar máquinas virtuais de sistema e de processo;</a:t>
            </a:r>
          </a:p>
          <a:p>
            <a:pPr marL="457200" indent="-457200">
              <a:buFont typeface="Arial"/>
              <a:buChar char="•"/>
            </a:pPr>
            <a:r>
              <a:rPr lang="pt-BR" sz="2800" dirty="0"/>
              <a:t>Executar e rastrear programas em uma máquina de pilha.</a:t>
            </a:r>
          </a:p>
          <a:p>
            <a:pPr marL="457200" indent="-457200">
              <a:buFont typeface="Arial"/>
              <a:buChar char="•"/>
            </a:pPr>
            <a:endParaRPr lang="pt-BR" sz="28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2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130457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Níveis de Abstração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175264036"/>
              </p:ext>
            </p:extLst>
          </p:nvPr>
        </p:nvGraphicFramePr>
        <p:xfrm>
          <a:off x="457200" y="1538974"/>
          <a:ext cx="3693169" cy="47244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>
                <a:solidFill>
                  <a:prstClr val="black">
                    <a:tint val="75000"/>
                  </a:prstClr>
                </a:solidFill>
              </a:rPr>
              <a:pPr/>
              <a:t>3</a:t>
            </a:fld>
            <a:endParaRPr lang="pt-BR" dirty="0">
              <a:solidFill>
                <a:prstClr val="black">
                  <a:tint val="75000"/>
                </a:prstClr>
              </a:solidFill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F930A09-C4A2-ECE0-D005-8932C68A1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918401"/>
              </p:ext>
            </p:extLst>
          </p:nvPr>
        </p:nvGraphicFramePr>
        <p:xfrm>
          <a:off x="800100" y="2762990"/>
          <a:ext cx="7886700" cy="2743200"/>
        </p:xfrm>
        <a:graphic>
          <a:graphicData uri="http://schemas.openxmlformats.org/drawingml/2006/table">
            <a:tbl>
              <a:tblPr firstRow="1">
                <a:tableStyleId>{21E4AEA4-8DFA-4A89-87EB-49C32662AFE0}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40635895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81312546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71735156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BR" dirty="0"/>
                        <a:t>Papel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BR"/>
                        <a:t>Java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BR"/>
                        <a:t>.NET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1993886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BR"/>
                        <a:t>Linguagem-fonte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BR"/>
                        <a:t>Java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BR"/>
                        <a:t>C#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055273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BR"/>
                        <a:t>Compilador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BR"/>
                        <a:t>javac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BR"/>
                        <a:t>Compilador C#, como csc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301696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BR"/>
                        <a:t>Código intermediário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BR"/>
                        <a:t>Bytecode JVM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BR"/>
                        <a:t>CIL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752298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BR"/>
                        <a:t>Ambiente que executa esse código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BR"/>
                        <a:t>Implementação da JVM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BR"/>
                        <a:t>Runtime .NET, como o CLR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995104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BR"/>
                        <a:t>Execução no hardware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BR"/>
                        <a:t>Código nativo, conforme a implementação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BR" dirty="0"/>
                        <a:t>Código nativo, conforme a implementação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84289472"/>
                  </a:ext>
                </a:extLst>
              </a:tr>
            </a:tbl>
          </a:graphicData>
        </a:graphic>
      </p:graphicFrame>
      <p:pic>
        <p:nvPicPr>
          <p:cNvPr id="8" name="Picture 13" descr="Bouquet">
            <a:extLst>
              <a:ext uri="{FF2B5EF4-FFF2-40B4-BE49-F238E27FC236}">
                <a16:creationId xmlns:a16="http://schemas.microsoft.com/office/drawing/2014/main" id="{9C097A32-A7E7-1BA0-EE83-68438802B2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65440" y="1786129"/>
            <a:ext cx="672505" cy="59090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blipFill dpi="0" rotWithShape="0">
                  <a:blip r:embed="rId9"/>
                  <a:srcRect/>
                  <a:tile tx="0" ty="0" sx="100000" sy="100000" flip="none" algn="tl"/>
                </a:blip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31D54FC-AD40-B275-9B1F-C935CEEA81D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5607209" y="1741233"/>
            <a:ext cx="540917" cy="529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550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6" grpId="0">
        <p:bldAsOne/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P-Code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7225" y="1485900"/>
            <a:ext cx="5706143" cy="738685"/>
          </a:xfrm>
        </p:spPr>
        <p:txBody>
          <a:bodyPr>
            <a:normAutofit fontScale="92500" lnSpcReduction="10000"/>
          </a:bodyPr>
          <a:lstStyle/>
          <a:p>
            <a:r>
              <a:rPr lang="pt-BR" sz="2400" dirty="0"/>
              <a:t>Linguagem para máquina virtual usada pelo Pascal-P.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4</a:t>
            </a:fld>
            <a:endParaRPr lang="pt-BR" dirty="0"/>
          </a:p>
        </p:txBody>
      </p:sp>
      <p:sp>
        <p:nvSpPr>
          <p:cNvPr id="6" name="Rectangle 5"/>
          <p:cNvSpPr/>
          <p:nvPr/>
        </p:nvSpPr>
        <p:spPr>
          <a:xfrm>
            <a:off x="6641431" y="1185333"/>
            <a:ext cx="2058737" cy="5024967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L 3        </a:t>
            </a:r>
          </a:p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 ENT 1 L 4</a:t>
            </a:r>
          </a:p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 ENT 2 L 5</a:t>
            </a:r>
          </a:p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 LODI 0 5</a:t>
            </a:r>
          </a:p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 LDCI 1</a:t>
            </a:r>
          </a:p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 ADI</a:t>
            </a:r>
          </a:p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 STRI 0 5  </a:t>
            </a:r>
          </a:p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 RETP</a:t>
            </a:r>
          </a:p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L 4= 6</a:t>
            </a:r>
          </a:p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L 5= 7</a:t>
            </a:r>
          </a:p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L 6</a:t>
            </a:r>
          </a:p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I 10</a:t>
            </a:r>
          </a:p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ENT 1 L 7</a:t>
            </a:r>
          </a:p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ENT 2 L 8</a:t>
            </a:r>
          </a:p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 MST 0</a:t>
            </a:r>
          </a:p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 CUP 0 L 3</a:t>
            </a:r>
          </a:p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 RETP</a:t>
            </a:r>
          </a:p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L 7= 9</a:t>
            </a:r>
          </a:p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L 8= 5</a:t>
            </a:r>
          </a:p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 Q</a:t>
            </a:r>
          </a:p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 I0</a:t>
            </a:r>
          </a:p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 MST 0</a:t>
            </a:r>
          </a:p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 CUP 0 L 6</a:t>
            </a:r>
          </a:p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 STP</a:t>
            </a:r>
          </a:p>
          <a:p>
            <a:pPr>
              <a:lnSpc>
                <a:spcPct val="80000"/>
              </a:lnSpc>
            </a:pPr>
            <a:r>
              <a:rPr lang="de-DE" sz="1600" dirty="0">
                <a:latin typeface="Courier"/>
                <a:cs typeface="Courier"/>
              </a:rPr>
              <a:t> Q</a:t>
            </a:r>
          </a:p>
        </p:txBody>
      </p:sp>
      <p:sp>
        <p:nvSpPr>
          <p:cNvPr id="7" name="Rectangle 6"/>
          <p:cNvSpPr/>
          <p:nvPr/>
        </p:nvSpPr>
        <p:spPr>
          <a:xfrm>
            <a:off x="7347093" y="1007347"/>
            <a:ext cx="647413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r>
              <a:rPr lang="pt-BR" dirty="0"/>
              <a:t>p-code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5015" y="2332156"/>
            <a:ext cx="5048602" cy="4070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07149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Java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3081" y="1485900"/>
            <a:ext cx="5732059" cy="4724400"/>
          </a:xfrm>
        </p:spPr>
        <p:txBody>
          <a:bodyPr>
            <a:normAutofit/>
          </a:bodyPr>
          <a:lstStyle/>
          <a:p>
            <a:r>
              <a:rPr lang="pt-BR" sz="2400" dirty="0"/>
              <a:t>Linguagem orientada a objetos que roda sobre uma Maquina Virtual.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5</a:t>
            </a:fld>
            <a:endParaRPr lang="pt-BR" dirty="0"/>
          </a:p>
        </p:txBody>
      </p:sp>
      <p:sp>
        <p:nvSpPr>
          <p:cNvPr id="7" name="Rectangle 6"/>
          <p:cNvSpPr/>
          <p:nvPr/>
        </p:nvSpPr>
        <p:spPr>
          <a:xfrm>
            <a:off x="6162842" y="2408321"/>
            <a:ext cx="2753895" cy="2554545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ro-RO" sz="2000" dirty="0"/>
              <a:t>iconst_0      // 03</a:t>
            </a:r>
          </a:p>
          <a:p>
            <a:r>
              <a:rPr lang="ro-RO" sz="2000" dirty="0"/>
              <a:t>istore_0      // 3b</a:t>
            </a:r>
          </a:p>
          <a:p>
            <a:r>
              <a:rPr lang="ro-RO" sz="2000" dirty="0"/>
              <a:t>iinc 0, 1     // 84 00 01</a:t>
            </a:r>
          </a:p>
          <a:p>
            <a:r>
              <a:rPr lang="ro-RO" sz="2000" dirty="0"/>
              <a:t>iload_0       // 1a</a:t>
            </a:r>
          </a:p>
          <a:p>
            <a:r>
              <a:rPr lang="ro-RO" sz="2000" dirty="0"/>
              <a:t>iconst_2      // 05</a:t>
            </a:r>
          </a:p>
          <a:p>
            <a:r>
              <a:rPr lang="ro-RO" sz="2000" dirty="0"/>
              <a:t>imul          // 68</a:t>
            </a:r>
          </a:p>
          <a:p>
            <a:r>
              <a:rPr lang="ro-RO" sz="2000" dirty="0"/>
              <a:t>istore_0      // 3b</a:t>
            </a:r>
          </a:p>
          <a:p>
            <a:r>
              <a:rPr lang="ro-RO" sz="2000" dirty="0"/>
              <a:t>goto -7       // a7 ff f9</a:t>
            </a:r>
            <a:endParaRPr lang="pt-BR" sz="2000" dirty="0"/>
          </a:p>
        </p:txBody>
      </p:sp>
      <p:sp>
        <p:nvSpPr>
          <p:cNvPr id="8" name="Rectangle 7"/>
          <p:cNvSpPr/>
          <p:nvPr/>
        </p:nvSpPr>
        <p:spPr>
          <a:xfrm>
            <a:off x="7067693" y="2210499"/>
            <a:ext cx="873399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r>
              <a:rPr lang="pt-BR" dirty="0"/>
              <a:t>bytecode</a:t>
            </a:r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9986" y="2563125"/>
            <a:ext cx="5766014" cy="3839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0529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.NET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485900"/>
            <a:ext cx="5293171" cy="4724400"/>
          </a:xfrm>
        </p:spPr>
        <p:txBody>
          <a:bodyPr>
            <a:noAutofit/>
          </a:bodyPr>
          <a:lstStyle/>
          <a:p>
            <a:r>
              <a:rPr lang="pt-BR" sz="2200" dirty="0"/>
              <a:t>O framework .NET permite o desenvolvimento em um conjunto de linguagens para rodar uma máquina virtual.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6</a:t>
            </a:fld>
            <a:endParaRPr lang="pt-BR" dirty="0"/>
          </a:p>
        </p:txBody>
      </p:sp>
      <p:sp>
        <p:nvSpPr>
          <p:cNvPr id="6" name="Rectangle 5"/>
          <p:cNvSpPr/>
          <p:nvPr/>
        </p:nvSpPr>
        <p:spPr>
          <a:xfrm>
            <a:off x="5750371" y="1062189"/>
            <a:ext cx="2941053" cy="5355313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US" dirty="0"/>
              <a:t>.method private </a:t>
            </a:r>
            <a:r>
              <a:rPr lang="en-US" dirty="0" err="1"/>
              <a:t>hidebysig</a:t>
            </a:r>
            <a:r>
              <a:rPr lang="en-US" dirty="0"/>
              <a:t> static void  'add'() </a:t>
            </a:r>
            <a:r>
              <a:rPr lang="en-US" dirty="0" err="1"/>
              <a:t>cil</a:t>
            </a:r>
            <a:r>
              <a:rPr lang="en-US" dirty="0"/>
              <a:t> managed</a:t>
            </a:r>
          </a:p>
          <a:p>
            <a:r>
              <a:rPr lang="en-US" dirty="0"/>
              <a:t>{</a:t>
            </a:r>
          </a:p>
          <a:p>
            <a:r>
              <a:rPr lang="en-US" dirty="0"/>
              <a:t>  .</a:t>
            </a:r>
            <a:r>
              <a:rPr lang="en-US" dirty="0" err="1"/>
              <a:t>maxstack</a:t>
            </a:r>
            <a:r>
              <a:rPr lang="en-US" dirty="0"/>
              <a:t>  2</a:t>
            </a:r>
          </a:p>
          <a:p>
            <a:r>
              <a:rPr lang="en-US" dirty="0"/>
              <a:t>  .locals </a:t>
            </a:r>
            <a:r>
              <a:rPr lang="en-US" dirty="0" err="1"/>
              <a:t>init</a:t>
            </a:r>
            <a:r>
              <a:rPr lang="en-US" dirty="0"/>
              <a:t> ([0] int32 value1,</a:t>
            </a:r>
          </a:p>
          <a:p>
            <a:r>
              <a:rPr lang="en-US" dirty="0"/>
              <a:t>           [1] int32 value2,</a:t>
            </a:r>
          </a:p>
          <a:p>
            <a:r>
              <a:rPr lang="en-US" dirty="0"/>
              <a:t>           [2] int32 value3)</a:t>
            </a:r>
          </a:p>
          <a:p>
            <a:r>
              <a:rPr lang="en-US" dirty="0"/>
              <a:t>  IL_0000:  </a:t>
            </a:r>
            <a:r>
              <a:rPr lang="en-US" dirty="0" err="1"/>
              <a:t>nop</a:t>
            </a:r>
            <a:endParaRPr lang="en-US" dirty="0"/>
          </a:p>
          <a:p>
            <a:r>
              <a:rPr lang="en-US" dirty="0"/>
              <a:t>  IL_0001:  ldc.i4.s   10</a:t>
            </a:r>
          </a:p>
          <a:p>
            <a:r>
              <a:rPr lang="en-US" dirty="0"/>
              <a:t>  IL_0003:  stloc.0</a:t>
            </a:r>
          </a:p>
          <a:p>
            <a:r>
              <a:rPr lang="en-US" dirty="0"/>
              <a:t>  IL_0004:  ldc.i4.s   20</a:t>
            </a:r>
          </a:p>
          <a:p>
            <a:r>
              <a:rPr lang="en-US" dirty="0"/>
              <a:t>  IL_0006:  stloc.1</a:t>
            </a:r>
          </a:p>
          <a:p>
            <a:r>
              <a:rPr lang="en-US" dirty="0"/>
              <a:t>  IL_0007:  ldloc.0</a:t>
            </a:r>
          </a:p>
          <a:p>
            <a:r>
              <a:rPr lang="en-US" dirty="0"/>
              <a:t>  IL_0008:  ldloc.1</a:t>
            </a:r>
          </a:p>
          <a:p>
            <a:r>
              <a:rPr lang="en-US" dirty="0"/>
              <a:t>  IL_0009:  add</a:t>
            </a:r>
          </a:p>
          <a:p>
            <a:r>
              <a:rPr lang="en-US" dirty="0"/>
              <a:t>  IL_000a:  stloc.2</a:t>
            </a:r>
          </a:p>
          <a:p>
            <a:r>
              <a:rPr lang="en-US" dirty="0"/>
              <a:t>  IL_000b:  ret </a:t>
            </a:r>
          </a:p>
          <a:p>
            <a:r>
              <a:rPr lang="en-US" dirty="0"/>
              <a:t>}</a:t>
            </a:r>
            <a:endParaRPr lang="pt-BR" dirty="0"/>
          </a:p>
        </p:txBody>
      </p:sp>
      <p:sp>
        <p:nvSpPr>
          <p:cNvPr id="7" name="Rectangle 6"/>
          <p:cNvSpPr/>
          <p:nvPr/>
        </p:nvSpPr>
        <p:spPr>
          <a:xfrm>
            <a:off x="6867027" y="856009"/>
            <a:ext cx="282129" cy="276999"/>
          </a:xfrm>
          <a:prstGeom prst="rect">
            <a:avLst/>
          </a:prstGeom>
          <a:solidFill>
            <a:schemeClr val="bg1"/>
          </a:solidFill>
        </p:spPr>
        <p:txBody>
          <a:bodyPr wrap="none" lIns="0" tIns="0" rIns="0" bIns="0">
            <a:spAutoFit/>
          </a:bodyPr>
          <a:lstStyle/>
          <a:p>
            <a:r>
              <a:rPr lang="pt-BR" dirty="0"/>
              <a:t>CIL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5688" y="3090128"/>
            <a:ext cx="4811418" cy="33120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4310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Geração de Código (no nosso caso)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862450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Virtual Machine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3200" dirty="0"/>
              <a:t>Dois tipos de máquinas virtuais:</a:t>
            </a:r>
          </a:p>
          <a:p>
            <a:endParaRPr lang="pt-BR" sz="2800" dirty="0"/>
          </a:p>
          <a:p>
            <a:pPr marL="1028700" lvl="1">
              <a:buFont typeface="Arial"/>
              <a:buChar char="•"/>
            </a:pPr>
            <a:r>
              <a:rPr lang="en-US" sz="3200" dirty="0"/>
              <a:t>System Virtual Machine</a:t>
            </a:r>
          </a:p>
          <a:p>
            <a:pPr lvl="1" indent="0">
              <a:spcBef>
                <a:spcPts val="0"/>
              </a:spcBef>
              <a:buNone/>
            </a:pPr>
            <a:r>
              <a:rPr lang="en-BR" dirty="0">
                <a:solidFill>
                  <a:srgbClr val="C00000"/>
                </a:solidFill>
              </a:rPr>
              <a:t>Uma plataforma de hardware virtual na qual um sistema operacional convidado pode executar.</a:t>
            </a:r>
            <a:r>
              <a:rPr lang="en-US" dirty="0">
                <a:solidFill>
                  <a:srgbClr val="C00000"/>
                </a:solidFill>
              </a:rPr>
              <a:t> </a:t>
            </a:r>
          </a:p>
          <a:p>
            <a:pPr marL="285750" indent="-285750">
              <a:buFont typeface="Arial"/>
              <a:buChar char="•"/>
            </a:pPr>
            <a:endParaRPr lang="en-US" sz="1600" dirty="0"/>
          </a:p>
          <a:p>
            <a:pPr marL="1028700" lvl="1">
              <a:buFont typeface="Arial"/>
              <a:buChar char="•"/>
            </a:pPr>
            <a:r>
              <a:rPr lang="en-US" sz="3200" dirty="0"/>
              <a:t>Process Virtual Machine </a:t>
            </a:r>
          </a:p>
          <a:p>
            <a:r>
              <a:rPr lang="en-US" sz="2400" dirty="0"/>
              <a:t>	    (</a:t>
            </a:r>
            <a:r>
              <a:rPr lang="pt-BR" sz="2400" dirty="0"/>
              <a:t>ou</a:t>
            </a:r>
            <a:r>
              <a:rPr lang="en-US" sz="2400" dirty="0"/>
              <a:t> Language Virtual Machine)</a:t>
            </a:r>
          </a:p>
          <a:p>
            <a:r>
              <a:rPr lang="en-US" sz="2400" dirty="0"/>
              <a:t>	    (</a:t>
            </a:r>
            <a:r>
              <a:rPr lang="pt-BR" sz="2400" dirty="0"/>
              <a:t>ou</a:t>
            </a:r>
            <a:r>
              <a:rPr lang="en-US" sz="2400" dirty="0"/>
              <a:t> Application Virtual Machine)</a:t>
            </a:r>
          </a:p>
          <a:p>
            <a:pPr lvl="1" indent="0">
              <a:spcBef>
                <a:spcPts val="0"/>
              </a:spcBef>
              <a:buNone/>
            </a:pPr>
            <a:r>
              <a:rPr lang="en-BR" dirty="0">
                <a:solidFill>
                  <a:srgbClr val="C00000"/>
                </a:solidFill>
              </a:rPr>
              <a:t>Um ambiente abstrato para executar programas, como nos casos de JVM e CLR.</a:t>
            </a:r>
            <a:endParaRPr lang="en-US" dirty="0">
              <a:solidFill>
                <a:srgbClr val="C00000"/>
              </a:solidFill>
            </a:endParaRP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8</a:t>
            </a:fld>
            <a:endParaRPr lang="pt-BR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1EEE998-9D84-7893-622F-CED448B9A695}"/>
              </a:ext>
            </a:extLst>
          </p:cNvPr>
          <p:cNvSpPr/>
          <p:nvPr/>
        </p:nvSpPr>
        <p:spPr>
          <a:xfrm>
            <a:off x="978794" y="3966693"/>
            <a:ext cx="7507981" cy="2243607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23171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Compiladores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2800" dirty="0"/>
              <a:t>Traduzem </a:t>
            </a:r>
            <a:r>
              <a:rPr lang="en-BR" sz="2800" dirty="0"/>
              <a:t>programas de uma linguagem-fonte para uma linguagem de destino</a:t>
            </a:r>
          </a:p>
          <a:p>
            <a:endParaRPr lang="pt-BR" sz="2800" dirty="0"/>
          </a:p>
          <a:p>
            <a:pPr marL="342900" indent="-342900">
              <a:buFont typeface="Arial"/>
              <a:buChar char="•"/>
            </a:pPr>
            <a:r>
              <a:rPr lang="pt-BR" sz="2800" dirty="0"/>
              <a:t>Diretamente: tem uma forte dependência entre implementação do compilador e uma arquitetura. </a:t>
            </a:r>
          </a:p>
          <a:p>
            <a:pPr marL="342900" indent="-342900">
              <a:buFont typeface="Arial"/>
              <a:buChar char="•"/>
            </a:pPr>
            <a:endParaRPr lang="pt-BR" sz="2800" dirty="0"/>
          </a:p>
          <a:p>
            <a:pPr marL="342900" indent="-342900">
              <a:buFont typeface="Arial"/>
              <a:buChar char="•"/>
            </a:pPr>
            <a:r>
              <a:rPr lang="pt-BR" sz="2800" dirty="0"/>
              <a:t>Por uma linguagem intermediária: Facilita o código ser transportado para outras arquiteturas.</a:t>
            </a:r>
          </a:p>
          <a:p>
            <a:endParaRPr lang="pt-BR" sz="28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9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2330986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46362" y="6440286"/>
            <a:ext cx="712492" cy="365125"/>
          </a:xfrm>
        </p:spPr>
        <p:txBody>
          <a:bodyPr/>
          <a:lstStyle/>
          <a:p>
            <a:fld id="{7FFE5E5C-C80A-4D8D-A711-3102A7BA9258}" type="slidenum">
              <a:rPr lang="pt-BR" smtClean="0"/>
              <a:pPr/>
              <a:t>10</a:t>
            </a:fld>
            <a:endParaRPr lang="pt-BR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Modelos de Compilação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5"/>
          </p:nvPr>
        </p:nvSpPr>
        <p:spPr>
          <a:xfrm>
            <a:off x="4927341" y="1689863"/>
            <a:ext cx="3895246" cy="639762"/>
          </a:xfrm>
        </p:spPr>
        <p:txBody>
          <a:bodyPr/>
          <a:lstStyle/>
          <a:p>
            <a:pPr algn="ctr"/>
            <a:r>
              <a:rPr lang="pt-BR" sz="1800" dirty="0"/>
              <a:t>Compilação em duas etapas</a:t>
            </a:r>
          </a:p>
          <a:p>
            <a:pPr algn="ctr"/>
            <a:r>
              <a:rPr lang="en-US" sz="1800" dirty="0"/>
              <a:t>(2-tier compilation)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6"/>
          </p:nvPr>
        </p:nvSpPr>
        <p:spPr>
          <a:xfrm>
            <a:off x="457200" y="1689863"/>
            <a:ext cx="3840654" cy="639762"/>
          </a:xfrm>
        </p:spPr>
        <p:txBody>
          <a:bodyPr/>
          <a:lstStyle/>
          <a:p>
            <a:pPr algn="ctr"/>
            <a:r>
              <a:rPr lang="pt-BR" sz="1800" dirty="0"/>
              <a:t>Compilação Direta</a:t>
            </a:r>
          </a:p>
          <a:p>
            <a:pPr algn="ctr"/>
            <a:r>
              <a:rPr lang="en-US" sz="1800" dirty="0"/>
              <a:t>(direct compilation)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2386" y="2579427"/>
            <a:ext cx="12377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Linguagem 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0079" y="2579427"/>
            <a:ext cx="12377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Linguagem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2608" y="6116486"/>
            <a:ext cx="1249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plataforma 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69428" y="6132408"/>
            <a:ext cx="1249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plataforma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95304" y="6116486"/>
            <a:ext cx="1249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plataforma 3</a:t>
            </a:r>
          </a:p>
        </p:txBody>
      </p:sp>
      <p:pic>
        <p:nvPicPr>
          <p:cNvPr id="16" name="Content Placeholder 7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247" y="5188435"/>
            <a:ext cx="943973" cy="943973"/>
          </a:xfr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11811" y="5567923"/>
            <a:ext cx="564485" cy="564485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80148" y="5593368"/>
            <a:ext cx="730845" cy="539040"/>
          </a:xfrm>
          <a:prstGeom prst="rect">
            <a:avLst/>
          </a:prstGeom>
        </p:spPr>
      </p:pic>
      <p:cxnSp>
        <p:nvCxnSpPr>
          <p:cNvPr id="20" name="Straight Arrow Connector 19"/>
          <p:cNvCxnSpPr>
            <a:stCxn id="11" idx="2"/>
            <a:endCxn id="16" idx="0"/>
          </p:cNvCxnSpPr>
          <p:nvPr/>
        </p:nvCxnSpPr>
        <p:spPr>
          <a:xfrm flipH="1">
            <a:off x="1027234" y="2917981"/>
            <a:ext cx="274040" cy="2270454"/>
          </a:xfrm>
          <a:prstGeom prst="straightConnector1">
            <a:avLst/>
          </a:prstGeom>
          <a:ln w="28575">
            <a:solidFill>
              <a:schemeClr val="tx2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>
            <a:stCxn id="11" idx="2"/>
          </p:cNvCxnSpPr>
          <p:nvPr/>
        </p:nvCxnSpPr>
        <p:spPr>
          <a:xfrm>
            <a:off x="1301274" y="2917981"/>
            <a:ext cx="964254" cy="2270454"/>
          </a:xfrm>
          <a:prstGeom prst="straightConnector1">
            <a:avLst/>
          </a:prstGeom>
          <a:ln w="28575">
            <a:solidFill>
              <a:schemeClr val="tx2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>
            <a:stCxn id="12" idx="2"/>
          </p:cNvCxnSpPr>
          <p:nvPr/>
        </p:nvCxnSpPr>
        <p:spPr>
          <a:xfrm flipH="1">
            <a:off x="3616657" y="2917981"/>
            <a:ext cx="62310" cy="2240873"/>
          </a:xfrm>
          <a:prstGeom prst="straightConnector1">
            <a:avLst/>
          </a:prstGeom>
          <a:ln w="28575">
            <a:solidFill>
              <a:schemeClr val="tx2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/>
          <p:cNvCxnSpPr>
            <a:stCxn id="11" idx="2"/>
          </p:cNvCxnSpPr>
          <p:nvPr/>
        </p:nvCxnSpPr>
        <p:spPr>
          <a:xfrm>
            <a:off x="1301274" y="2917981"/>
            <a:ext cx="2060762" cy="2270454"/>
          </a:xfrm>
          <a:prstGeom prst="straightConnector1">
            <a:avLst/>
          </a:prstGeom>
          <a:ln w="28575">
            <a:solidFill>
              <a:schemeClr val="tx2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/>
          <p:cNvCxnSpPr>
            <a:stCxn id="12" idx="2"/>
          </p:cNvCxnSpPr>
          <p:nvPr/>
        </p:nvCxnSpPr>
        <p:spPr>
          <a:xfrm flipH="1">
            <a:off x="2524836" y="2917981"/>
            <a:ext cx="1154131" cy="2270454"/>
          </a:xfrm>
          <a:prstGeom prst="straightConnector1">
            <a:avLst/>
          </a:prstGeom>
          <a:ln w="28575">
            <a:solidFill>
              <a:schemeClr val="tx2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Arrow Connector 33"/>
          <p:cNvCxnSpPr>
            <a:stCxn id="12" idx="2"/>
          </p:cNvCxnSpPr>
          <p:nvPr/>
        </p:nvCxnSpPr>
        <p:spPr>
          <a:xfrm flipH="1">
            <a:off x="1201003" y="2917981"/>
            <a:ext cx="2477964" cy="2270454"/>
          </a:xfrm>
          <a:prstGeom prst="straightConnector1">
            <a:avLst/>
          </a:prstGeom>
          <a:ln w="28575">
            <a:solidFill>
              <a:schemeClr val="tx2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TextBox 87"/>
          <p:cNvSpPr txBox="1"/>
          <p:nvPr/>
        </p:nvSpPr>
        <p:spPr>
          <a:xfrm>
            <a:off x="5372183" y="2579427"/>
            <a:ext cx="12377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Linguagem 1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749876" y="2579427"/>
            <a:ext cx="123777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Linguagem 2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092405" y="6116486"/>
            <a:ext cx="1249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plataforma 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6459225" y="6132408"/>
            <a:ext cx="1249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plataforma 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785101" y="6116486"/>
            <a:ext cx="124925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600" dirty="0"/>
              <a:t>plataforma 3</a:t>
            </a:r>
          </a:p>
        </p:txBody>
      </p:sp>
      <p:pic>
        <p:nvPicPr>
          <p:cNvPr id="93" name="Content Placeholder 7"/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5044" y="5188435"/>
            <a:ext cx="943973" cy="943973"/>
          </a:xfrm>
        </p:spPr>
      </p:pic>
      <p:pic>
        <p:nvPicPr>
          <p:cNvPr id="94" name="Picture 9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01608" y="5567923"/>
            <a:ext cx="564485" cy="564485"/>
          </a:xfrm>
          <a:prstGeom prst="rect">
            <a:avLst/>
          </a:prstGeom>
        </p:spPr>
      </p:pic>
      <p:pic>
        <p:nvPicPr>
          <p:cNvPr id="95" name="Picture 9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69945" y="5593368"/>
            <a:ext cx="730845" cy="539040"/>
          </a:xfrm>
          <a:prstGeom prst="rect">
            <a:avLst/>
          </a:prstGeom>
        </p:spPr>
      </p:pic>
      <p:cxnSp>
        <p:nvCxnSpPr>
          <p:cNvPr id="99" name="Straight Arrow Connector 98"/>
          <p:cNvCxnSpPr/>
          <p:nvPr/>
        </p:nvCxnSpPr>
        <p:spPr>
          <a:xfrm>
            <a:off x="5991071" y="2917981"/>
            <a:ext cx="667412" cy="718674"/>
          </a:xfrm>
          <a:prstGeom prst="straightConnector1">
            <a:avLst/>
          </a:prstGeom>
          <a:ln w="28575">
            <a:solidFill>
              <a:schemeClr val="tx2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Straight Arrow Connector 100"/>
          <p:cNvCxnSpPr/>
          <p:nvPr/>
        </p:nvCxnSpPr>
        <p:spPr>
          <a:xfrm flipH="1">
            <a:off x="7560860" y="2917981"/>
            <a:ext cx="807904" cy="718674"/>
          </a:xfrm>
          <a:prstGeom prst="straightConnector1">
            <a:avLst/>
          </a:prstGeom>
          <a:ln w="28575">
            <a:solidFill>
              <a:schemeClr val="tx2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/>
          <p:cNvSpPr/>
          <p:nvPr/>
        </p:nvSpPr>
        <p:spPr>
          <a:xfrm>
            <a:off x="6189017" y="3780430"/>
            <a:ext cx="2054231" cy="559558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pt-BR"/>
              <a:t>Linguagem Intermediária</a:t>
            </a:r>
          </a:p>
        </p:txBody>
      </p:sp>
      <p:cxnSp>
        <p:nvCxnSpPr>
          <p:cNvPr id="105" name="Straight Arrow Connector 104"/>
          <p:cNvCxnSpPr/>
          <p:nvPr/>
        </p:nvCxnSpPr>
        <p:spPr>
          <a:xfrm>
            <a:off x="7328848" y="4421875"/>
            <a:ext cx="859809" cy="1050877"/>
          </a:xfrm>
          <a:prstGeom prst="straightConnector1">
            <a:avLst/>
          </a:prstGeom>
          <a:ln w="28575">
            <a:solidFill>
              <a:schemeClr val="tx2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Arrow Connector 107"/>
          <p:cNvCxnSpPr/>
          <p:nvPr/>
        </p:nvCxnSpPr>
        <p:spPr>
          <a:xfrm flipH="1">
            <a:off x="5882185" y="4435522"/>
            <a:ext cx="1105469" cy="900753"/>
          </a:xfrm>
          <a:prstGeom prst="straightConnector1">
            <a:avLst/>
          </a:prstGeom>
          <a:ln w="28575">
            <a:solidFill>
              <a:schemeClr val="tx2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Arrow Connector 110"/>
          <p:cNvCxnSpPr/>
          <p:nvPr/>
        </p:nvCxnSpPr>
        <p:spPr>
          <a:xfrm flipH="1">
            <a:off x="7069541" y="4449170"/>
            <a:ext cx="95534" cy="996287"/>
          </a:xfrm>
          <a:prstGeom prst="straightConnector1">
            <a:avLst/>
          </a:prstGeom>
          <a:ln w="28575">
            <a:solidFill>
              <a:schemeClr val="tx2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49847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81050"/>
            <a:ext cx="8585200" cy="619125"/>
          </a:xfrm>
        </p:spPr>
        <p:txBody>
          <a:bodyPr/>
          <a:lstStyle/>
          <a:p>
            <a:r>
              <a:rPr lang="en-BR" sz="3100" dirty="0"/>
              <a:t>Compartilhando plataforma de execução</a:t>
            </a:r>
            <a:endParaRPr lang="pt-BR" sz="31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7225" y="1485900"/>
            <a:ext cx="8385175" cy="4808324"/>
          </a:xfrm>
        </p:spPr>
        <p:txBody>
          <a:bodyPr>
            <a:noAutofit/>
          </a:bodyPr>
          <a:lstStyle/>
          <a:p>
            <a:r>
              <a:rPr lang="pt-BR" sz="2800" dirty="0"/>
              <a:t>Códigos em diferentes linguagens podem compartilhar um </a:t>
            </a:r>
            <a:r>
              <a:rPr lang="pt-BR" sz="2800" dirty="0" err="1"/>
              <a:t>backend</a:t>
            </a:r>
            <a:r>
              <a:rPr lang="pt-BR" sz="2800" dirty="0"/>
              <a:t>. Por exemplo:</a:t>
            </a:r>
          </a:p>
          <a:p>
            <a:endParaRPr lang="pt-BR" sz="2800" dirty="0"/>
          </a:p>
          <a:p>
            <a:pPr>
              <a:spcAft>
                <a:spcPts val="600"/>
              </a:spcAft>
            </a:pPr>
            <a:r>
              <a:rPr lang="pt-BR" sz="2800" b="1" dirty="0"/>
              <a:t>JVM: </a:t>
            </a:r>
            <a:r>
              <a:rPr lang="pt-BR" sz="2800" dirty="0"/>
              <a:t> </a:t>
            </a:r>
            <a:br>
              <a:rPr lang="pt-BR" sz="2800" dirty="0"/>
            </a:br>
            <a:r>
              <a:rPr lang="pt-BR" sz="2800" dirty="0"/>
              <a:t>	Java, Scala e </a:t>
            </a:r>
            <a:r>
              <a:rPr lang="pt-BR" sz="2800" dirty="0" err="1"/>
              <a:t>Clojure</a:t>
            </a:r>
            <a:endParaRPr lang="pt-BR" sz="2800" dirty="0"/>
          </a:p>
          <a:p>
            <a:pPr>
              <a:spcAft>
                <a:spcPts val="600"/>
              </a:spcAft>
            </a:pPr>
            <a:endParaRPr lang="pt-BR" sz="2800" dirty="0"/>
          </a:p>
          <a:p>
            <a:pPr>
              <a:spcAft>
                <a:spcPts val="600"/>
              </a:spcAft>
            </a:pPr>
            <a:r>
              <a:rPr lang="pt-BR" sz="2800" b="1" dirty="0"/>
              <a:t>.NET Framework:</a:t>
            </a:r>
            <a:r>
              <a:rPr lang="pt-BR" sz="2800" dirty="0"/>
              <a:t> </a:t>
            </a:r>
          </a:p>
          <a:p>
            <a:pPr>
              <a:spcAft>
                <a:spcPts val="600"/>
              </a:spcAft>
            </a:pPr>
            <a:r>
              <a:rPr lang="pt-BR" sz="2800" dirty="0"/>
              <a:t>	C#, F#, Visual Basic.NET</a:t>
            </a:r>
          </a:p>
          <a:p>
            <a:endParaRPr lang="pt-BR" sz="2800" dirty="0"/>
          </a:p>
          <a:p>
            <a:endParaRPr lang="pt-BR" sz="2800" dirty="0"/>
          </a:p>
          <a:p>
            <a:endParaRPr lang="pt-BR" sz="28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11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69390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Operações da Linguagem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7225" y="1743074"/>
            <a:ext cx="8029575" cy="4467225"/>
          </a:xfrm>
        </p:spPr>
        <p:txBody>
          <a:bodyPr>
            <a:normAutofit/>
          </a:bodyPr>
          <a:lstStyle/>
          <a:p>
            <a:pPr marL="285750" indent="-285750">
              <a:buFont typeface="Arial"/>
              <a:buChar char="•"/>
            </a:pPr>
            <a:r>
              <a:rPr lang="pt-BR" sz="2800" dirty="0"/>
              <a:t>Aritméticas</a:t>
            </a:r>
          </a:p>
          <a:p>
            <a:pPr marL="285750" indent="-285750">
              <a:buFont typeface="Arial"/>
              <a:buChar char="•"/>
            </a:pPr>
            <a:r>
              <a:rPr lang="pt-BR" sz="2800" dirty="0"/>
              <a:t>Acesso a memória</a:t>
            </a:r>
          </a:p>
          <a:p>
            <a:pPr marL="285750" indent="-285750">
              <a:buFont typeface="Arial"/>
              <a:buChar char="•"/>
            </a:pPr>
            <a:r>
              <a:rPr lang="pt-BR" sz="2800" dirty="0"/>
              <a:t>Fluxo de execução</a:t>
            </a:r>
          </a:p>
          <a:p>
            <a:pPr marL="285750" indent="-285750">
              <a:buFont typeface="Arial"/>
              <a:buChar char="•"/>
            </a:pPr>
            <a:r>
              <a:rPr lang="pt-BR" sz="2800" dirty="0"/>
              <a:t>Chamada de sub-rotinas</a:t>
            </a:r>
          </a:p>
          <a:p>
            <a:endParaRPr lang="pt-BR" sz="2800" dirty="0"/>
          </a:p>
          <a:p>
            <a:endParaRPr lang="pt-BR" sz="280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12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9287211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Operações de Pilha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7225" y="1485900"/>
            <a:ext cx="8029575" cy="1205748"/>
          </a:xfrm>
        </p:spPr>
        <p:txBody>
          <a:bodyPr/>
          <a:lstStyle/>
          <a:p>
            <a:r>
              <a:rPr lang="pt-BR" dirty="0"/>
              <a:t>Para o funcionamento de pilhas existem duas operações principais:</a:t>
            </a:r>
          </a:p>
          <a:p>
            <a:pPr lvl="1"/>
            <a:r>
              <a:rPr lang="pt-BR" dirty="0"/>
              <a:t>PUSH - insere um elemento no topo da pilha</a:t>
            </a:r>
          </a:p>
          <a:p>
            <a:pPr lvl="1"/>
            <a:r>
              <a:rPr lang="pt-BR" dirty="0"/>
              <a:t>POP - retira elemento do topo da pilha.</a:t>
            </a:r>
          </a:p>
          <a:p>
            <a:endParaRPr lang="pt-BR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grpSp>
        <p:nvGrpSpPr>
          <p:cNvPr id="33" name="Group 32"/>
          <p:cNvGrpSpPr/>
          <p:nvPr/>
        </p:nvGrpSpPr>
        <p:grpSpPr>
          <a:xfrm>
            <a:off x="520710" y="3232296"/>
            <a:ext cx="2592288" cy="2667988"/>
            <a:chOff x="2483768" y="3645024"/>
            <a:chExt cx="3240360" cy="2667988"/>
          </a:xfrm>
        </p:grpSpPr>
        <p:sp>
          <p:nvSpPr>
            <p:cNvPr id="15" name="Rounded Rectangle 14"/>
            <p:cNvSpPr/>
            <p:nvPr/>
          </p:nvSpPr>
          <p:spPr>
            <a:xfrm>
              <a:off x="3923928" y="5797878"/>
              <a:ext cx="1800200" cy="515134"/>
            </a:xfrm>
            <a:prstGeom prst="roundRect">
              <a:avLst/>
            </a:prstGeom>
            <a:solidFill>
              <a:schemeClr val="bg1"/>
            </a:solidFill>
            <a:ln w="3810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2000" dirty="0">
                  <a:solidFill>
                    <a:srgbClr val="000000"/>
                  </a:solidFill>
                </a:rPr>
                <a:t>elemento 1</a:t>
              </a:r>
            </a:p>
          </p:txBody>
        </p:sp>
        <p:sp>
          <p:nvSpPr>
            <p:cNvPr id="16" name="Rounded Rectangle 15"/>
            <p:cNvSpPr/>
            <p:nvPr/>
          </p:nvSpPr>
          <p:spPr>
            <a:xfrm>
              <a:off x="3923928" y="5225507"/>
              <a:ext cx="1800200" cy="515134"/>
            </a:xfrm>
            <a:prstGeom prst="roundRect">
              <a:avLst/>
            </a:prstGeom>
            <a:solidFill>
              <a:schemeClr val="bg1"/>
            </a:solidFill>
            <a:ln w="3810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2000" dirty="0">
                  <a:solidFill>
                    <a:srgbClr val="000000"/>
                  </a:solidFill>
                </a:rPr>
                <a:t>elemento 2</a:t>
              </a:r>
            </a:p>
          </p:txBody>
        </p:sp>
        <p:sp>
          <p:nvSpPr>
            <p:cNvPr id="17" name="Rounded Rectangle 16"/>
            <p:cNvSpPr/>
            <p:nvPr/>
          </p:nvSpPr>
          <p:spPr>
            <a:xfrm>
              <a:off x="3923928" y="4653136"/>
              <a:ext cx="1800200" cy="515134"/>
            </a:xfrm>
            <a:prstGeom prst="roundRect">
              <a:avLst/>
            </a:prstGeom>
            <a:solidFill>
              <a:schemeClr val="bg1"/>
            </a:solidFill>
            <a:ln w="3810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2000" dirty="0">
                  <a:solidFill>
                    <a:srgbClr val="000000"/>
                  </a:solidFill>
                </a:rPr>
                <a:t>elemento 3</a:t>
              </a:r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2483768" y="3645024"/>
              <a:ext cx="1800200" cy="515134"/>
            </a:xfrm>
            <a:prstGeom prst="roundRect">
              <a:avLst/>
            </a:prstGeom>
            <a:solidFill>
              <a:schemeClr val="bg1"/>
            </a:solidFill>
            <a:ln w="3810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2000" dirty="0">
                  <a:solidFill>
                    <a:srgbClr val="000000"/>
                  </a:solidFill>
                </a:rPr>
                <a:t>elemento 4</a:t>
              </a:r>
            </a:p>
          </p:txBody>
        </p:sp>
        <p:cxnSp>
          <p:nvCxnSpPr>
            <p:cNvPr id="30" name="Curved Connector 29"/>
            <p:cNvCxnSpPr/>
            <p:nvPr/>
          </p:nvCxnSpPr>
          <p:spPr>
            <a:xfrm>
              <a:off x="4283968" y="3933056"/>
              <a:ext cx="492979" cy="684076"/>
            </a:xfrm>
            <a:prstGeom prst="curvedConnector2">
              <a:avLst/>
            </a:prstGeom>
            <a:ln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33"/>
          <p:cNvGrpSpPr/>
          <p:nvPr/>
        </p:nvGrpSpPr>
        <p:grpSpPr>
          <a:xfrm>
            <a:off x="3902719" y="3654464"/>
            <a:ext cx="1440160" cy="2235940"/>
            <a:chOff x="3923928" y="4077072"/>
            <a:chExt cx="1809675" cy="2235940"/>
          </a:xfrm>
        </p:grpSpPr>
        <p:sp>
          <p:nvSpPr>
            <p:cNvPr id="35" name="Rounded Rectangle 34"/>
            <p:cNvSpPr/>
            <p:nvPr/>
          </p:nvSpPr>
          <p:spPr>
            <a:xfrm>
              <a:off x="3923928" y="5797878"/>
              <a:ext cx="1800200" cy="515134"/>
            </a:xfrm>
            <a:prstGeom prst="roundRect">
              <a:avLst/>
            </a:prstGeom>
            <a:solidFill>
              <a:schemeClr val="bg1"/>
            </a:solidFill>
            <a:ln w="3810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2000" dirty="0">
                  <a:solidFill>
                    <a:srgbClr val="000000"/>
                  </a:solidFill>
                </a:rPr>
                <a:t>elemento 1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3923928" y="5225507"/>
              <a:ext cx="1800200" cy="515134"/>
            </a:xfrm>
            <a:prstGeom prst="roundRect">
              <a:avLst/>
            </a:prstGeom>
            <a:solidFill>
              <a:schemeClr val="bg1"/>
            </a:solidFill>
            <a:ln w="3810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2000" dirty="0">
                  <a:solidFill>
                    <a:srgbClr val="000000"/>
                  </a:solidFill>
                </a:rPr>
                <a:t>elemento 2</a:t>
              </a:r>
            </a:p>
          </p:txBody>
        </p:sp>
        <p:sp>
          <p:nvSpPr>
            <p:cNvPr id="37" name="Rounded Rectangle 36"/>
            <p:cNvSpPr/>
            <p:nvPr/>
          </p:nvSpPr>
          <p:spPr>
            <a:xfrm>
              <a:off x="3923928" y="4653136"/>
              <a:ext cx="1800200" cy="515134"/>
            </a:xfrm>
            <a:prstGeom prst="roundRect">
              <a:avLst/>
            </a:prstGeom>
            <a:solidFill>
              <a:schemeClr val="bg1"/>
            </a:solidFill>
            <a:ln w="3810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2000" dirty="0">
                  <a:solidFill>
                    <a:srgbClr val="000000"/>
                  </a:solidFill>
                </a:rPr>
                <a:t>elemento 3</a:t>
              </a:r>
            </a:p>
          </p:txBody>
        </p:sp>
        <p:sp>
          <p:nvSpPr>
            <p:cNvPr id="38" name="Rounded Rectangle 37"/>
            <p:cNvSpPr/>
            <p:nvPr/>
          </p:nvSpPr>
          <p:spPr>
            <a:xfrm>
              <a:off x="3933403" y="4077072"/>
              <a:ext cx="1800200" cy="515134"/>
            </a:xfrm>
            <a:prstGeom prst="roundRect">
              <a:avLst/>
            </a:prstGeom>
            <a:solidFill>
              <a:schemeClr val="bg1"/>
            </a:solidFill>
            <a:ln w="3810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2000" dirty="0">
                  <a:solidFill>
                    <a:srgbClr val="000000"/>
                  </a:solidFill>
                </a:rPr>
                <a:t>elemento 4</a:t>
              </a:r>
            </a:p>
          </p:txBody>
        </p:sp>
      </p:grpSp>
      <p:grpSp>
        <p:nvGrpSpPr>
          <p:cNvPr id="40" name="Group 39"/>
          <p:cNvGrpSpPr/>
          <p:nvPr/>
        </p:nvGrpSpPr>
        <p:grpSpPr>
          <a:xfrm>
            <a:off x="6165139" y="3245944"/>
            <a:ext cx="2376264" cy="2667988"/>
            <a:chOff x="3923928" y="3645024"/>
            <a:chExt cx="3003492" cy="2667988"/>
          </a:xfrm>
        </p:grpSpPr>
        <p:sp>
          <p:nvSpPr>
            <p:cNvPr id="41" name="Rounded Rectangle 40"/>
            <p:cNvSpPr/>
            <p:nvPr/>
          </p:nvSpPr>
          <p:spPr>
            <a:xfrm>
              <a:off x="3923928" y="5797878"/>
              <a:ext cx="1800200" cy="515134"/>
            </a:xfrm>
            <a:prstGeom prst="roundRect">
              <a:avLst/>
            </a:prstGeom>
            <a:solidFill>
              <a:schemeClr val="bg1"/>
            </a:solidFill>
            <a:ln w="3810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2000" dirty="0">
                  <a:solidFill>
                    <a:srgbClr val="000000"/>
                  </a:solidFill>
                </a:rPr>
                <a:t>elemento 1</a:t>
              </a:r>
            </a:p>
          </p:txBody>
        </p:sp>
        <p:sp>
          <p:nvSpPr>
            <p:cNvPr id="42" name="Rounded Rectangle 41"/>
            <p:cNvSpPr/>
            <p:nvPr/>
          </p:nvSpPr>
          <p:spPr>
            <a:xfrm>
              <a:off x="3923928" y="5225507"/>
              <a:ext cx="1800200" cy="515134"/>
            </a:xfrm>
            <a:prstGeom prst="roundRect">
              <a:avLst/>
            </a:prstGeom>
            <a:solidFill>
              <a:schemeClr val="bg1"/>
            </a:solidFill>
            <a:ln w="3810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2000" dirty="0">
                  <a:solidFill>
                    <a:srgbClr val="000000"/>
                  </a:solidFill>
                </a:rPr>
                <a:t>elemento 2</a:t>
              </a:r>
            </a:p>
          </p:txBody>
        </p:sp>
        <p:sp>
          <p:nvSpPr>
            <p:cNvPr id="43" name="Rounded Rectangle 42"/>
            <p:cNvSpPr/>
            <p:nvPr/>
          </p:nvSpPr>
          <p:spPr>
            <a:xfrm>
              <a:off x="3923928" y="4653136"/>
              <a:ext cx="1800200" cy="515134"/>
            </a:xfrm>
            <a:prstGeom prst="roundRect">
              <a:avLst/>
            </a:prstGeom>
            <a:solidFill>
              <a:schemeClr val="bg1"/>
            </a:solidFill>
            <a:ln w="3810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2000" dirty="0">
                  <a:solidFill>
                    <a:srgbClr val="000000"/>
                  </a:solidFill>
                </a:rPr>
                <a:t>elemento 3</a:t>
              </a:r>
            </a:p>
          </p:txBody>
        </p:sp>
        <p:sp>
          <p:nvSpPr>
            <p:cNvPr id="44" name="Rounded Rectangle 43"/>
            <p:cNvSpPr/>
            <p:nvPr/>
          </p:nvSpPr>
          <p:spPr>
            <a:xfrm>
              <a:off x="5127220" y="3645024"/>
              <a:ext cx="1800200" cy="515134"/>
            </a:xfrm>
            <a:prstGeom prst="roundRect">
              <a:avLst/>
            </a:prstGeom>
            <a:solidFill>
              <a:schemeClr val="bg1"/>
            </a:solidFill>
            <a:ln w="38100" cmpd="sng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sz="2000" dirty="0">
                  <a:solidFill>
                    <a:srgbClr val="000000"/>
                  </a:solidFill>
                </a:rPr>
                <a:t>elemento 4</a:t>
              </a:r>
            </a:p>
          </p:txBody>
        </p:sp>
        <p:cxnSp>
          <p:nvCxnSpPr>
            <p:cNvPr id="45" name="Curved Connector 44"/>
            <p:cNvCxnSpPr/>
            <p:nvPr/>
          </p:nvCxnSpPr>
          <p:spPr>
            <a:xfrm flipH="1">
              <a:off x="4634241" y="3933056"/>
              <a:ext cx="492979" cy="684076"/>
            </a:xfrm>
            <a:prstGeom prst="curvedConnector2">
              <a:avLst/>
            </a:prstGeom>
            <a:ln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6" name="Rectangle 45"/>
          <p:cNvSpPr/>
          <p:nvPr/>
        </p:nvSpPr>
        <p:spPr>
          <a:xfrm>
            <a:off x="2176894" y="3376312"/>
            <a:ext cx="64836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b="1" dirty="0"/>
              <a:t>push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67742" y="3493906"/>
            <a:ext cx="55650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b="1" dirty="0"/>
              <a:t>pop</a:t>
            </a:r>
          </a:p>
        </p:txBody>
      </p:sp>
    </p:spTree>
    <p:extLst>
      <p:ext uri="{BB962C8B-B14F-4D97-AF65-F5344CB8AC3E}">
        <p14:creationId xmlns:p14="http://schemas.microsoft.com/office/powerpoint/2010/main" val="150163190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Comandos</a:t>
            </a:r>
          </a:p>
        </p:txBody>
      </p:sp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Principais comandos em linguagem de pilha: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pic>
        <p:nvPicPr>
          <p:cNvPr id="478211" name="Picture 3" descr="Bouquet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8819" t="53397" r="20313" b="33683"/>
          <a:stretch/>
        </p:blipFill>
        <p:spPr bwMode="auto">
          <a:xfrm>
            <a:off x="6872937" y="546230"/>
            <a:ext cx="1411398" cy="121907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 xmlns="">
                <a:blipFill dpi="0" rotWithShape="0">
                  <a:blip r:embed="rId8"/>
                  <a:srcRect l="18750" t="35484" r="20313" b="29031"/>
                  <a:tile tx="0" ty="0" sx="100000" sy="100000" flip="none" algn="tl"/>
                </a:blipFill>
              </a14:hiddenFill>
            </a:ext>
            <a:ext uri="{91240B29-F687-4f45-9708-019B960494DF}">
              <a14:hiddenLine xmlns:a14="http://schemas.microsoft.com/office/drawing/2010/main" xmlns="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 xmlns="">
                <a:effectLst>
                  <a:outerShdw blurRad="63500" dist="38099" dir="2700000" algn="ctr" rotWithShape="0">
                    <a:schemeClr val="bg2">
                      <a:alpha val="74998"/>
                    </a:schemeClr>
                  </a:outerShdw>
                </a:effectLst>
              </a14:hiddenEffects>
            </a:ext>
          </a:extLst>
        </p:spPr>
      </p:pic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2136862"/>
              </p:ext>
            </p:extLst>
          </p:nvPr>
        </p:nvGraphicFramePr>
        <p:xfrm>
          <a:off x="721216" y="1898650"/>
          <a:ext cx="7701567" cy="4178300"/>
        </p:xfrm>
        <a:graphic>
          <a:graphicData uri="http://schemas.openxmlformats.org/drawingml/2006/table">
            <a:tbl>
              <a:tblPr firstRow="1">
                <a:tableStyleId>{F5AB1C69-6EDB-4FF4-983F-18BD219EF322}</a:tableStyleId>
              </a:tblPr>
              <a:tblGrid>
                <a:gridCol w="247550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858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4022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15533">
                <a:tc>
                  <a:txBody>
                    <a:bodyPr/>
                    <a:lstStyle/>
                    <a:p>
                      <a:pPr algn="ctr" fontAlgn="b"/>
                      <a:r>
                        <a:rPr lang="en-US" sz="2700" u="none" strike="noStrike" dirty="0" err="1">
                          <a:effectLst/>
                        </a:rPr>
                        <a:t>Comando</a:t>
                      </a:r>
                      <a:endParaRPr lang="en-US" sz="2700" b="1" i="0" u="none" strike="noStrike" dirty="0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700" u="none" strike="noStrike">
                          <a:effectLst/>
                        </a:rPr>
                        <a:t>Operação</a:t>
                      </a:r>
                      <a:endParaRPr lang="en-US" sz="2700" b="1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700" u="none" strike="noStrike">
                          <a:effectLst/>
                        </a:rPr>
                        <a:t>Comentário</a:t>
                      </a:r>
                      <a:endParaRPr lang="en-US" sz="2700" b="1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533">
                <a:tc>
                  <a:txBody>
                    <a:bodyPr/>
                    <a:lstStyle/>
                    <a:p>
                      <a:pPr algn="ctr" fontAlgn="b"/>
                      <a:r>
                        <a:rPr lang="en-US" sz="2700" u="none" strike="noStrike">
                          <a:effectLst/>
                        </a:rPr>
                        <a:t>add</a:t>
                      </a:r>
                      <a:endParaRPr lang="en-US" sz="27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700" u="none" strike="noStrike" dirty="0">
                          <a:effectLst/>
                        </a:rPr>
                        <a:t>x + y</a:t>
                      </a:r>
                      <a:endParaRPr lang="en-US" sz="2700" b="0" i="0" u="none" strike="noStrike" dirty="0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700" u="none" strike="noStrike">
                          <a:effectLst/>
                        </a:rPr>
                        <a:t>complemento de 2</a:t>
                      </a:r>
                      <a:endParaRPr lang="en-US" sz="27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5533">
                <a:tc>
                  <a:txBody>
                    <a:bodyPr/>
                    <a:lstStyle/>
                    <a:p>
                      <a:pPr algn="ctr" fontAlgn="b"/>
                      <a:r>
                        <a:rPr lang="en-US" sz="2700" u="none" strike="noStrike">
                          <a:effectLst/>
                        </a:rPr>
                        <a:t>sub</a:t>
                      </a:r>
                      <a:endParaRPr lang="en-US" sz="27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mr-IN" sz="2700" u="none" strike="noStrike">
                          <a:effectLst/>
                        </a:rPr>
                        <a:t>x - y</a:t>
                      </a:r>
                      <a:endParaRPr lang="mr-IN" sz="27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700" u="none" strike="noStrike">
                          <a:effectLst/>
                        </a:rPr>
                        <a:t>complemento de 2</a:t>
                      </a:r>
                      <a:endParaRPr lang="en-US" sz="27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5533">
                <a:tc>
                  <a:txBody>
                    <a:bodyPr/>
                    <a:lstStyle/>
                    <a:p>
                      <a:pPr algn="ctr" fontAlgn="b"/>
                      <a:r>
                        <a:rPr lang="en-US" sz="2700" u="none" strike="noStrike">
                          <a:effectLst/>
                        </a:rPr>
                        <a:t>neg</a:t>
                      </a:r>
                      <a:endParaRPr lang="en-US" sz="27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mr-IN" sz="2700" u="none" strike="noStrike">
                          <a:effectLst/>
                        </a:rPr>
                        <a:t>- y</a:t>
                      </a:r>
                      <a:endParaRPr lang="mr-IN" sz="27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700" u="none" strike="noStrike">
                          <a:effectLst/>
                        </a:rPr>
                        <a:t>complemento de 2</a:t>
                      </a:r>
                      <a:endParaRPr lang="en-US" sz="27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5533">
                <a:tc>
                  <a:txBody>
                    <a:bodyPr/>
                    <a:lstStyle/>
                    <a:p>
                      <a:pPr algn="ctr" fontAlgn="b"/>
                      <a:r>
                        <a:rPr lang="en-US" sz="2700" u="none" strike="noStrike">
                          <a:effectLst/>
                        </a:rPr>
                        <a:t>eq</a:t>
                      </a:r>
                      <a:endParaRPr lang="en-US" sz="27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mr-IN" sz="2700" u="none" strike="noStrike">
                          <a:effectLst/>
                        </a:rPr>
                        <a:t>x == y</a:t>
                      </a:r>
                      <a:endParaRPr lang="mr-IN" sz="27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700" u="none" strike="noStrike">
                          <a:effectLst/>
                        </a:rPr>
                        <a:t>igualdade</a:t>
                      </a:r>
                      <a:endParaRPr lang="en-US" sz="27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5533">
                <a:tc>
                  <a:txBody>
                    <a:bodyPr/>
                    <a:lstStyle/>
                    <a:p>
                      <a:pPr algn="ctr" fontAlgn="b"/>
                      <a:r>
                        <a:rPr lang="en-US" sz="2700" u="none" strike="noStrike">
                          <a:effectLst/>
                        </a:rPr>
                        <a:t>gt</a:t>
                      </a:r>
                      <a:endParaRPr lang="en-US" sz="27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mr-IN" sz="2700" u="none" strike="noStrike">
                          <a:effectLst/>
                        </a:rPr>
                        <a:t>x &gt; y</a:t>
                      </a:r>
                      <a:endParaRPr lang="mr-IN" sz="27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700" u="none" strike="noStrike">
                          <a:effectLst/>
                        </a:rPr>
                        <a:t>maior que</a:t>
                      </a:r>
                      <a:endParaRPr lang="en-US" sz="27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5533">
                <a:tc>
                  <a:txBody>
                    <a:bodyPr/>
                    <a:lstStyle/>
                    <a:p>
                      <a:pPr algn="ctr" fontAlgn="b"/>
                      <a:r>
                        <a:rPr lang="en-US" sz="2700" u="none" strike="noStrike">
                          <a:effectLst/>
                        </a:rPr>
                        <a:t>lt</a:t>
                      </a:r>
                      <a:endParaRPr lang="en-US" sz="27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mr-IN" sz="2700" u="none" strike="noStrike">
                          <a:effectLst/>
                        </a:rPr>
                        <a:t>x &lt; y</a:t>
                      </a:r>
                      <a:endParaRPr lang="mr-IN" sz="27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700" u="none" strike="noStrike">
                          <a:effectLst/>
                        </a:rPr>
                        <a:t>menor que</a:t>
                      </a:r>
                      <a:endParaRPr lang="en-US" sz="27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5533">
                <a:tc>
                  <a:txBody>
                    <a:bodyPr/>
                    <a:lstStyle/>
                    <a:p>
                      <a:pPr algn="ctr" fontAlgn="b"/>
                      <a:r>
                        <a:rPr lang="en-US" sz="2700" u="none" strike="noStrike">
                          <a:effectLst/>
                        </a:rPr>
                        <a:t>and</a:t>
                      </a:r>
                      <a:endParaRPr lang="en-US" sz="27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700" u="none" strike="noStrike">
                          <a:effectLst/>
                        </a:rPr>
                        <a:t>x &amp; y</a:t>
                      </a:r>
                      <a:endParaRPr lang="en-US" sz="27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700" u="none" strike="noStrike">
                          <a:effectLst/>
                        </a:rPr>
                        <a:t>bit-wise</a:t>
                      </a:r>
                      <a:endParaRPr lang="en-US" sz="27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5533">
                <a:tc>
                  <a:txBody>
                    <a:bodyPr/>
                    <a:lstStyle/>
                    <a:p>
                      <a:pPr algn="ctr" fontAlgn="b"/>
                      <a:r>
                        <a:rPr lang="en-US" sz="2700" u="none" strike="noStrike">
                          <a:effectLst/>
                        </a:rPr>
                        <a:t>or</a:t>
                      </a:r>
                      <a:endParaRPr lang="en-US" sz="27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hr-HR" sz="2700" u="none" strike="noStrike">
                          <a:effectLst/>
                        </a:rPr>
                        <a:t>x | y</a:t>
                      </a:r>
                      <a:endParaRPr lang="hr-HR" sz="27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700" u="none" strike="noStrike">
                          <a:effectLst/>
                        </a:rPr>
                        <a:t>bit-wise</a:t>
                      </a:r>
                      <a:endParaRPr lang="en-US" sz="27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5533">
                <a:tc>
                  <a:txBody>
                    <a:bodyPr/>
                    <a:lstStyle/>
                    <a:p>
                      <a:pPr algn="ctr" fontAlgn="b"/>
                      <a:r>
                        <a:rPr lang="en-US" sz="2700" u="none" strike="noStrike">
                          <a:effectLst/>
                        </a:rPr>
                        <a:t>not</a:t>
                      </a:r>
                      <a:endParaRPr lang="en-US" sz="2700" b="0" i="0" u="none" strike="noStrike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700" u="none" strike="noStrike" dirty="0">
                          <a:effectLst/>
                        </a:rPr>
                        <a:t>~y</a:t>
                      </a:r>
                      <a:endParaRPr lang="en-US" sz="2700" b="0" i="0" u="none" strike="noStrike" dirty="0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tc>
                  <a:txBody>
                    <a:bodyPr/>
                    <a:lstStyle/>
                    <a:p>
                      <a:pPr algn="ctr" fontAlgn="b"/>
                      <a:r>
                        <a:rPr lang="en-US" sz="2700" u="none" strike="noStrike" dirty="0">
                          <a:effectLst/>
                        </a:rPr>
                        <a:t>bit-wise</a:t>
                      </a:r>
                      <a:endParaRPr lang="en-US" sz="2700" b="0" i="0" u="none" strike="noStrike" dirty="0">
                        <a:solidFill>
                          <a:srgbClr val="000000"/>
                        </a:solidFill>
                        <a:effectLst/>
                        <a:latin typeface="Calibri" charset="0"/>
                      </a:endParaRPr>
                    </a:p>
                  </a:txBody>
                  <a:tcPr marL="6350" marR="6350" marT="6350" marB="0" anchor="ctr"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F925F04E-C67A-1934-5902-55F18FCB4CDB}"/>
              </a:ext>
            </a:extLst>
          </p:cNvPr>
          <p:cNvSpPr txBox="1"/>
          <p:nvPr/>
        </p:nvSpPr>
        <p:spPr>
          <a:xfrm>
            <a:off x="721215" y="6157525"/>
            <a:ext cx="831975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BR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 significa Stack Pointer e aponta para o próximo elemento da pilha.</a:t>
            </a:r>
            <a:endParaRPr lang="en-US" sz="2000" dirty="0">
              <a:latin typeface="Times New Roman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30777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RPN (Reverse Polish Notation)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7225" y="1485900"/>
            <a:ext cx="8232132" cy="4724400"/>
          </a:xfrm>
        </p:spPr>
        <p:txBody>
          <a:bodyPr>
            <a:normAutofit/>
          </a:bodyPr>
          <a:lstStyle/>
          <a:p>
            <a:r>
              <a:rPr lang="pt-BR" sz="2400" dirty="0"/>
              <a:t>A Notação Polonesa Inversa, ou notação pós-fixada é usada para calcular operações aritméticas com os operadores após os operandos.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15</a:t>
            </a:fld>
            <a:endParaRPr lang="pt-BR" dirty="0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5310" y="2851423"/>
            <a:ext cx="8201490" cy="29996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42491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Calculadoras HP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57225" y="1485900"/>
            <a:ext cx="8029575" cy="934005"/>
          </a:xfrm>
        </p:spPr>
        <p:txBody>
          <a:bodyPr>
            <a:normAutofit/>
          </a:bodyPr>
          <a:lstStyle/>
          <a:p>
            <a:r>
              <a:rPr lang="pt-BR" sz="2400" dirty="0"/>
              <a:t>A HP produziu várias calculadoras/computadores com a notação polonesa reversa.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16</a:t>
            </a:fld>
            <a:endParaRPr lang="pt-BR" dirty="0"/>
          </a:p>
        </p:txBody>
      </p:sp>
      <p:sp>
        <p:nvSpPr>
          <p:cNvPr id="6" name="Rectangle 5"/>
          <p:cNvSpPr/>
          <p:nvPr/>
        </p:nvSpPr>
        <p:spPr>
          <a:xfrm>
            <a:off x="2026455" y="6034153"/>
            <a:ext cx="4546150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pt-BR" dirty="0">
                <a:hlinkClick r:id="rId3"/>
              </a:rPr>
              <a:t>https://epxx.co/ctb/hp12c.html</a:t>
            </a:r>
            <a:r>
              <a:rPr lang="pt-BR" dirty="0"/>
              <a:t> </a:t>
            </a: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26455" y="2419905"/>
            <a:ext cx="5778143" cy="36453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50602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2" name="Rectangle 4"/>
          <p:cNvSpPr>
            <a:spLocks noGrp="1" noChangeArrowheads="1"/>
          </p:cNvSpPr>
          <p:nvPr>
            <p:ph type="title"/>
          </p:nvPr>
        </p:nvSpPr>
        <p:spPr>
          <a:noFill/>
        </p:spPr>
        <p:txBody>
          <a:bodyPr/>
          <a:lstStyle/>
          <a:p>
            <a:r>
              <a:rPr lang="pt-BR" dirty="0"/>
              <a:t>Exemplo de Acesso a Memória</a:t>
            </a:r>
            <a:endParaRPr lang="pt-BR" sz="1400" dirty="0"/>
          </a:p>
        </p:txBody>
      </p:sp>
      <p:sp>
        <p:nvSpPr>
          <p:cNvPr id="472066" name="Rectangle 2"/>
          <p:cNvSpPr>
            <a:spLocks noGrp="1" noChangeArrowheads="1"/>
          </p:cNvSpPr>
          <p:nvPr>
            <p:ph type="body" sz="quarter" idx="13"/>
          </p:nvPr>
        </p:nvSpPr>
        <p:spPr>
          <a:noFill/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endParaRPr lang="en-US" sz="1800" dirty="0"/>
          </a:p>
        </p:txBody>
      </p:sp>
      <p:graphicFrame>
        <p:nvGraphicFramePr>
          <p:cNvPr id="12291" name="Object 3"/>
          <p:cNvGraphicFramePr>
            <a:graphicFrameLocks noChangeAspect="1"/>
          </p:cNvGraphicFramePr>
          <p:nvPr/>
        </p:nvGraphicFramePr>
        <p:xfrm>
          <a:off x="474364" y="1972414"/>
          <a:ext cx="8229600" cy="43418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3" imgW="6050280" imgH="5919216" progId="Visio.Drawing.11">
                  <p:embed/>
                </p:oleObj>
              </mc:Choice>
              <mc:Fallback>
                <p:oleObj name="Visio" r:id="rId3" imgW="6050280" imgH="5919216" progId="Visio.Drawing.11">
                  <p:embed/>
                  <p:pic>
                    <p:nvPicPr>
                      <p:cNvPr id="12291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t="4660" b="41789"/>
                      <a:stretch>
                        <a:fillRect/>
                      </a:stretch>
                    </p:blipFill>
                    <p:spPr bwMode="auto">
                      <a:xfrm>
                        <a:off x="474364" y="1972414"/>
                        <a:ext cx="8229600" cy="4341812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xtLst>
                        <a:ext uri="{909E8E84-426E-40dd-AFC4-6F175D3DCCD1}">
                          <a14:hiddenFill xmlns:a14="http://schemas.microsoft.com/office/drawing/2010/main" xmlns="">
                            <a:solidFill>
                              <a:srgbClr val="FFFFFF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xmlns="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FE6957E-63EA-BF86-AC8B-CAC14C42F84B}"/>
              </a:ext>
            </a:extLst>
          </p:cNvPr>
          <p:cNvSpPr txBox="1"/>
          <p:nvPr/>
        </p:nvSpPr>
        <p:spPr>
          <a:xfrm>
            <a:off x="457200" y="6495276"/>
            <a:ext cx="4572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noProof="0" dirty="0">
                <a:latin typeface="Times New Roman" charset="0"/>
              </a:rPr>
              <a:t>Exemplo didático</a:t>
            </a:r>
          </a:p>
        </p:txBody>
      </p:sp>
    </p:spTree>
    <p:extLst>
      <p:ext uri="{BB962C8B-B14F-4D97-AF65-F5344CB8AC3E}">
        <p14:creationId xmlns:p14="http://schemas.microsoft.com/office/powerpoint/2010/main" val="3643650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Calculando Expressões Aritméticas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graphicFrame>
        <p:nvGraphicFramePr>
          <p:cNvPr id="474116" name="Object 4"/>
          <p:cNvGraphicFramePr>
            <a:graphicFrameLocks noChangeAspect="1"/>
          </p:cNvGraphicFramePr>
          <p:nvPr/>
        </p:nvGraphicFramePr>
        <p:xfrm>
          <a:off x="1295400" y="1352688"/>
          <a:ext cx="6096000" cy="5354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3" imgW="6879336" imgH="5919216" progId="Visio.Drawing.11">
                  <p:embed/>
                </p:oleObj>
              </mc:Choice>
              <mc:Fallback>
                <p:oleObj name="Visio" r:id="rId3" imgW="6879336" imgH="5919216" progId="Visio.Drawing.11">
                  <p:embed/>
                  <p:pic>
                    <p:nvPicPr>
                      <p:cNvPr id="474116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4932" t="10065" r="-633" b="2518"/>
                      <a:stretch>
                        <a:fillRect/>
                      </a:stretch>
                    </p:blipFill>
                    <p:spPr bwMode="auto">
                      <a:xfrm>
                        <a:off x="1295400" y="1352688"/>
                        <a:ext cx="6096000" cy="5354437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BF4FC6E8-EE05-1721-2D0D-11876BBCB4C0}"/>
              </a:ext>
            </a:extLst>
          </p:cNvPr>
          <p:cNvSpPr txBox="1"/>
          <p:nvPr/>
        </p:nvSpPr>
        <p:spPr>
          <a:xfrm>
            <a:off x="457200" y="6495276"/>
            <a:ext cx="4572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noProof="0" dirty="0">
                <a:latin typeface="Times New Roman" charset="0"/>
              </a:rPr>
              <a:t>Exemplo didático</a:t>
            </a:r>
          </a:p>
        </p:txBody>
      </p:sp>
    </p:spTree>
    <p:extLst>
      <p:ext uri="{BB962C8B-B14F-4D97-AF65-F5344CB8AC3E}">
        <p14:creationId xmlns:p14="http://schemas.microsoft.com/office/powerpoint/2010/main" val="284468365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Rectangle 2"/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Processando Expressões Booleanas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graphicFrame>
        <p:nvGraphicFramePr>
          <p:cNvPr id="476163" name="Object 3"/>
          <p:cNvGraphicFramePr>
            <a:graphicFrameLocks noChangeAspect="1"/>
          </p:cNvGraphicFramePr>
          <p:nvPr/>
        </p:nvGraphicFramePr>
        <p:xfrm>
          <a:off x="1189401" y="1466997"/>
          <a:ext cx="6888354" cy="2051026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3" imgW="6879336" imgH="5919216" progId="Visio.Drawing.11">
                  <p:embed/>
                </p:oleObj>
              </mc:Choice>
              <mc:Fallback>
                <p:oleObj name="Visio" r:id="rId3" imgW="6879336" imgH="5919216" progId="Visio.Drawing.11">
                  <p:embed/>
                  <p:pic>
                    <p:nvPicPr>
                      <p:cNvPr id="476163" name="Object 3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4932" t="21460" r="1454" b="49507"/>
                      <a:stretch>
                        <a:fillRect/>
                      </a:stretch>
                    </p:blipFill>
                    <p:spPr bwMode="auto">
                      <a:xfrm>
                        <a:off x="1189401" y="1466997"/>
                        <a:ext cx="6888354" cy="2051026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76164" name="Object 4"/>
          <p:cNvGraphicFramePr>
            <a:graphicFrameLocks noChangeAspect="1"/>
          </p:cNvGraphicFramePr>
          <p:nvPr/>
        </p:nvGraphicFramePr>
        <p:xfrm>
          <a:off x="1189400" y="3518023"/>
          <a:ext cx="6431314" cy="3075649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Visio" r:id="rId5" imgW="6879336" imgH="5919216" progId="Visio.Drawing.11">
                  <p:embed/>
                </p:oleObj>
              </mc:Choice>
              <mc:Fallback>
                <p:oleObj name="Visio" r:id="rId5" imgW="6879336" imgH="5919216" progId="Visio.Drawing.11">
                  <p:embed/>
                  <p:pic>
                    <p:nvPicPr>
                      <p:cNvPr id="476164" name="Object 4"/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 l="4932" t="51521" r="1454" b="1848"/>
                      <a:stretch>
                        <a:fillRect/>
                      </a:stretch>
                    </p:blipFill>
                    <p:spPr bwMode="auto">
                      <a:xfrm>
                        <a:off x="1189400" y="3518023"/>
                        <a:ext cx="6431314" cy="3075649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extBox 1">
            <a:extLst>
              <a:ext uri="{FF2B5EF4-FFF2-40B4-BE49-F238E27FC236}">
                <a16:creationId xmlns:a16="http://schemas.microsoft.com/office/drawing/2014/main" id="{9554196F-E376-FD9F-2B84-0689065F6D81}"/>
              </a:ext>
            </a:extLst>
          </p:cNvPr>
          <p:cNvSpPr txBox="1"/>
          <p:nvPr/>
        </p:nvSpPr>
        <p:spPr>
          <a:xfrm>
            <a:off x="457200" y="6495276"/>
            <a:ext cx="457200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1200" noProof="0" dirty="0">
                <a:latin typeface="Times New Roman" charset="0"/>
              </a:rPr>
              <a:t>Exemplo didático</a:t>
            </a:r>
          </a:p>
        </p:txBody>
      </p:sp>
    </p:spTree>
    <p:extLst>
      <p:ext uri="{BB962C8B-B14F-4D97-AF65-F5344CB8AC3E}">
        <p14:creationId xmlns:p14="http://schemas.microsoft.com/office/powerpoint/2010/main" val="34735402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Exercício Exemplo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1926" y="1485899"/>
            <a:ext cx="8982074" cy="1578437"/>
          </a:xfrm>
        </p:spPr>
        <p:txBody>
          <a:bodyPr>
            <a:normAutofit/>
          </a:bodyPr>
          <a:lstStyle/>
          <a:p>
            <a:r>
              <a:rPr lang="pt-BR" sz="2000" dirty="0"/>
              <a:t>Converta a seguinte expressão aritmética para a Notação Polonesa Inversa e implemente na máquina de pilha na linguagem VM do Z0:</a:t>
            </a:r>
          </a:p>
          <a:p>
            <a:endParaRPr lang="pt-BR" sz="800" dirty="0"/>
          </a:p>
          <a:p>
            <a:r>
              <a:rPr lang="pt-BR" sz="2000" b="1" dirty="0"/>
              <a:t>  -3 + (5 + 6) - ( 4 + 3)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20</a:t>
            </a:fld>
            <a:endParaRPr lang="pt-BR" dirty="0"/>
          </a:p>
        </p:txBody>
      </p:sp>
      <p:sp>
        <p:nvSpPr>
          <p:cNvPr id="6" name="Rectangle 5"/>
          <p:cNvSpPr/>
          <p:nvPr/>
        </p:nvSpPr>
        <p:spPr>
          <a:xfrm>
            <a:off x="1570025" y="3590122"/>
            <a:ext cx="2936662" cy="2812052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pPr>
              <a:lnSpc>
                <a:spcPct val="80000"/>
              </a:lnSpc>
            </a:pPr>
            <a:r>
              <a:rPr lang="pt-BR" sz="2200" noProof="1">
                <a:latin typeface="Courier"/>
                <a:cs typeface="Courier"/>
              </a:rPr>
              <a:t>push constant 3</a:t>
            </a:r>
          </a:p>
          <a:p>
            <a:pPr>
              <a:lnSpc>
                <a:spcPct val="80000"/>
              </a:lnSpc>
            </a:pPr>
            <a:r>
              <a:rPr lang="pt-BR" sz="2200" noProof="1">
                <a:latin typeface="Courier"/>
                <a:cs typeface="Courier"/>
              </a:rPr>
              <a:t>neg</a:t>
            </a:r>
          </a:p>
          <a:p>
            <a:pPr>
              <a:lnSpc>
                <a:spcPct val="80000"/>
              </a:lnSpc>
            </a:pPr>
            <a:r>
              <a:rPr lang="pt-BR" sz="2200" noProof="1">
                <a:latin typeface="Courier"/>
                <a:cs typeface="Courier"/>
              </a:rPr>
              <a:t>push constant 5</a:t>
            </a:r>
          </a:p>
          <a:p>
            <a:pPr>
              <a:lnSpc>
                <a:spcPct val="80000"/>
              </a:lnSpc>
            </a:pPr>
            <a:r>
              <a:rPr lang="pt-BR" sz="2200" noProof="1">
                <a:latin typeface="Courier"/>
                <a:cs typeface="Courier"/>
              </a:rPr>
              <a:t>push constant 6</a:t>
            </a:r>
          </a:p>
          <a:p>
            <a:pPr>
              <a:lnSpc>
                <a:spcPct val="80000"/>
              </a:lnSpc>
            </a:pPr>
            <a:r>
              <a:rPr lang="pt-BR" sz="2200" noProof="1">
                <a:latin typeface="Courier"/>
                <a:cs typeface="Courier"/>
              </a:rPr>
              <a:t>add</a:t>
            </a:r>
          </a:p>
          <a:p>
            <a:pPr>
              <a:lnSpc>
                <a:spcPct val="80000"/>
              </a:lnSpc>
            </a:pPr>
            <a:r>
              <a:rPr lang="pt-BR" sz="2200" noProof="1">
                <a:latin typeface="Courier"/>
                <a:cs typeface="Courier"/>
              </a:rPr>
              <a:t>add</a:t>
            </a:r>
          </a:p>
          <a:p>
            <a:pPr>
              <a:lnSpc>
                <a:spcPct val="80000"/>
              </a:lnSpc>
            </a:pPr>
            <a:r>
              <a:rPr lang="pt-BR" sz="2200" noProof="1">
                <a:latin typeface="Courier"/>
                <a:cs typeface="Courier"/>
              </a:rPr>
              <a:t>push constant 4</a:t>
            </a:r>
          </a:p>
          <a:p>
            <a:pPr>
              <a:lnSpc>
                <a:spcPct val="80000"/>
              </a:lnSpc>
            </a:pPr>
            <a:r>
              <a:rPr lang="pt-BR" sz="2200" noProof="1">
                <a:latin typeface="Courier"/>
                <a:cs typeface="Courier"/>
              </a:rPr>
              <a:t>push constant 3</a:t>
            </a:r>
          </a:p>
          <a:p>
            <a:pPr>
              <a:lnSpc>
                <a:spcPct val="80000"/>
              </a:lnSpc>
            </a:pPr>
            <a:r>
              <a:rPr lang="pt-BR" sz="2200" noProof="1">
                <a:latin typeface="Courier"/>
                <a:cs typeface="Courier"/>
              </a:rPr>
              <a:t>add</a:t>
            </a:r>
          </a:p>
          <a:p>
            <a:pPr>
              <a:lnSpc>
                <a:spcPct val="80000"/>
              </a:lnSpc>
            </a:pPr>
            <a:r>
              <a:rPr lang="pt-BR" sz="2200" noProof="1">
                <a:latin typeface="Courier"/>
                <a:cs typeface="Courier"/>
              </a:rPr>
              <a:t>sub</a:t>
            </a:r>
          </a:p>
        </p:txBody>
      </p:sp>
      <p:sp>
        <p:nvSpPr>
          <p:cNvPr id="7" name="Rectangle 6"/>
          <p:cNvSpPr/>
          <p:nvPr/>
        </p:nvSpPr>
        <p:spPr>
          <a:xfrm>
            <a:off x="725688" y="2870868"/>
            <a:ext cx="4617370" cy="46166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pt-BR" sz="2400" b="1" dirty="0">
                <a:latin typeface="Courier"/>
                <a:cs typeface="Courier"/>
              </a:rPr>
              <a:t>RPN = -3 5 6 + + 4 3 + -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63947" y="3090415"/>
          <a:ext cx="1306837" cy="2966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068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816404" y="2567132"/>
            <a:ext cx="79676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400" dirty="0"/>
              <a:t>pilha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09845" y="5727493"/>
            <a:ext cx="1034994" cy="2988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tIns="10800" bIns="10800">
            <a:spAutoFit/>
          </a:bodyPr>
          <a:lstStyle/>
          <a:p>
            <a:pPr algn="ctr"/>
            <a:r>
              <a:rPr lang="pt-BR" b="1" dirty="0"/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16737" y="5734363"/>
            <a:ext cx="1034994" cy="2988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tIns="10800" bIns="10800">
            <a:spAutoFit/>
          </a:bodyPr>
          <a:lstStyle/>
          <a:p>
            <a:pPr algn="ctr"/>
            <a:r>
              <a:rPr lang="pt-BR" b="1" dirty="0"/>
              <a:t>-3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16737" y="5351596"/>
            <a:ext cx="1034994" cy="2988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tIns="10800" bIns="10800">
            <a:spAutoFit/>
          </a:bodyPr>
          <a:lstStyle/>
          <a:p>
            <a:pPr algn="ctr"/>
            <a:r>
              <a:rPr lang="pt-BR" b="1" dirty="0"/>
              <a:t>5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09845" y="4986636"/>
            <a:ext cx="1034994" cy="2988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tIns="10800" bIns="10800">
            <a:spAutoFit/>
          </a:bodyPr>
          <a:lstStyle/>
          <a:p>
            <a:pPr algn="ctr"/>
            <a:r>
              <a:rPr lang="pt-BR" b="1" dirty="0"/>
              <a:t>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723629" y="5358466"/>
            <a:ext cx="1034994" cy="2988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tIns="10800" bIns="10800">
            <a:spAutoFit/>
          </a:bodyPr>
          <a:lstStyle/>
          <a:p>
            <a:pPr algn="ctr"/>
            <a:r>
              <a:rPr lang="pt-BR" b="1" dirty="0"/>
              <a:t>11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16737" y="4993506"/>
            <a:ext cx="1034994" cy="2988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tIns="10800" bIns="10800">
            <a:spAutoFit/>
          </a:bodyPr>
          <a:lstStyle/>
          <a:p>
            <a:pPr algn="ctr"/>
            <a:endParaRPr lang="pt-BR" b="1" dirty="0"/>
          </a:p>
        </p:txBody>
      </p:sp>
      <p:sp>
        <p:nvSpPr>
          <p:cNvPr id="16" name="Rectangle 15"/>
          <p:cNvSpPr/>
          <p:nvPr/>
        </p:nvSpPr>
        <p:spPr>
          <a:xfrm>
            <a:off x="6717293" y="5352106"/>
            <a:ext cx="1034994" cy="2988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tIns="10800" bIns="10800">
            <a:spAutoFit/>
          </a:bodyPr>
          <a:lstStyle/>
          <a:p>
            <a:pPr algn="ctr"/>
            <a:endParaRPr lang="pt-BR" b="1" dirty="0"/>
          </a:p>
        </p:txBody>
      </p:sp>
      <p:sp>
        <p:nvSpPr>
          <p:cNvPr id="17" name="Rectangle 16"/>
          <p:cNvSpPr/>
          <p:nvPr/>
        </p:nvSpPr>
        <p:spPr>
          <a:xfrm>
            <a:off x="6710455" y="5725377"/>
            <a:ext cx="1034994" cy="2988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tIns="10800" bIns="10800">
            <a:spAutoFit/>
          </a:bodyPr>
          <a:lstStyle/>
          <a:p>
            <a:pPr algn="ctr"/>
            <a:r>
              <a:rPr lang="pt-BR" b="1" dirty="0"/>
              <a:t>8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24185" y="5358976"/>
            <a:ext cx="1034994" cy="2988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tIns="10800" bIns="10800">
            <a:spAutoFit/>
          </a:bodyPr>
          <a:lstStyle/>
          <a:p>
            <a:pPr algn="ctr"/>
            <a:r>
              <a:rPr lang="pt-BR" b="1" dirty="0"/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10401" y="5000376"/>
            <a:ext cx="1034994" cy="2988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tIns="10800" bIns="10800">
            <a:spAutoFit/>
          </a:bodyPr>
          <a:lstStyle/>
          <a:p>
            <a:pPr algn="ctr"/>
            <a:r>
              <a:rPr lang="pt-BR" b="1" dirty="0"/>
              <a:t>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704065" y="4994016"/>
            <a:ext cx="1034994" cy="2988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tIns="10800" bIns="10800">
            <a:spAutoFit/>
          </a:bodyPr>
          <a:lstStyle/>
          <a:p>
            <a:pPr algn="ctr"/>
            <a:endParaRPr lang="pt-BR" b="1" dirty="0"/>
          </a:p>
        </p:txBody>
      </p:sp>
      <p:sp>
        <p:nvSpPr>
          <p:cNvPr id="21" name="Rectangle 20"/>
          <p:cNvSpPr/>
          <p:nvPr/>
        </p:nvSpPr>
        <p:spPr>
          <a:xfrm>
            <a:off x="6717849" y="5352616"/>
            <a:ext cx="1034994" cy="2988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tIns="10800" bIns="10800">
            <a:spAutoFit/>
          </a:bodyPr>
          <a:lstStyle/>
          <a:p>
            <a:pPr algn="ctr"/>
            <a:r>
              <a:rPr lang="pt-BR" b="1" dirty="0"/>
              <a:t>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24741" y="5359486"/>
            <a:ext cx="1034994" cy="2988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tIns="10800" bIns="10800">
            <a:spAutoFit/>
          </a:bodyPr>
          <a:lstStyle/>
          <a:p>
            <a:pPr algn="ctr"/>
            <a:endParaRPr lang="pt-BR" b="1" dirty="0"/>
          </a:p>
        </p:txBody>
      </p:sp>
      <p:sp>
        <p:nvSpPr>
          <p:cNvPr id="23" name="Rectangle 22"/>
          <p:cNvSpPr/>
          <p:nvPr/>
        </p:nvSpPr>
        <p:spPr>
          <a:xfrm>
            <a:off x="6704119" y="5732247"/>
            <a:ext cx="1034994" cy="2988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tIns="10800" bIns="10800">
            <a:spAutoFit/>
          </a:bodyPr>
          <a:lstStyle/>
          <a:p>
            <a:pPr algn="ctr"/>
            <a:r>
              <a:rPr lang="pt-BR" b="1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0195026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8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5" presetClass="emph" presetSubtype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40" dur="indefinite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5" presetClass="emph" presetSubtype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48" dur="indefinite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5" presetClass="emph" presetSubtype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56" dur="indefinite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7" fill="hold">
                      <p:stCondLst>
                        <p:cond delay="indefinite"/>
                      </p:stCondLst>
                      <p:childTnLst>
                        <p:par>
                          <p:cTn id="58" fill="hold">
                            <p:stCondLst>
                              <p:cond delay="0"/>
                            </p:stCondLst>
                            <p:childTnLst>
                              <p:par>
                                <p:cTn id="5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5" presetClass="emph" presetSubtype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64" dur="indefinite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9" fill="hold">
                      <p:stCondLst>
                        <p:cond delay="indefinite"/>
                      </p:stCondLst>
                      <p:childTnLst>
                        <p:par>
                          <p:cTn id="70" fill="hold">
                            <p:stCondLst>
                              <p:cond delay="0"/>
                            </p:stCondLst>
                            <p:childTnLst>
                              <p:par>
                                <p:cTn id="71" presetID="15" presetClass="emph" presetSubtype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72" dur="indefinite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5" presetClass="emph" presetSubtype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2" dur="indefinite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9" fill="hold">
                      <p:stCondLst>
                        <p:cond delay="indefinite"/>
                      </p:stCondLst>
                      <p:childTnLst>
                        <p:par>
                          <p:cTn id="90" fill="hold">
                            <p:stCondLst>
                              <p:cond delay="0"/>
                            </p:stCondLst>
                            <p:childTnLst>
                              <p:par>
                                <p:cTn id="91" presetID="15" presetClass="emph" presetSubtype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92" dur="indefinite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9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7" fill="hold">
                      <p:stCondLst>
                        <p:cond delay="indefinite"/>
                      </p:stCondLst>
                      <p:childTnLst>
                        <p:par>
                          <p:cTn id="98" fill="hold">
                            <p:stCondLst>
                              <p:cond delay="0"/>
                            </p:stCondLst>
                            <p:childTnLst>
                              <p:par>
                                <p:cTn id="99" presetID="15" presetClass="emph" presetSubtype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00" dur="indefinite"/>
                                        <p:tgtEl>
                                          <p:spTgt spid="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1" fill="hold">
                      <p:stCondLst>
                        <p:cond delay="indefinite"/>
                      </p:stCondLst>
                      <p:childTnLst>
                        <p:par>
                          <p:cTn id="102" fill="hold">
                            <p:stCondLst>
                              <p:cond delay="0"/>
                            </p:stCondLst>
                            <p:childTnLst>
                              <p:par>
                                <p:cTn id="10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5" fill="hold">
                      <p:stCondLst>
                        <p:cond delay="indefinite"/>
                      </p:stCondLst>
                      <p:childTnLst>
                        <p:par>
                          <p:cTn id="106" fill="hold">
                            <p:stCondLst>
                              <p:cond delay="0"/>
                            </p:stCondLst>
                            <p:childTnLst>
                              <p:par>
                                <p:cTn id="107" presetID="15" presetClass="emph" presetSubtype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08" dur="indefinite"/>
                                        <p:tgtEl>
                                          <p:spTgt spid="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9" fill="hold">
                      <p:stCondLst>
                        <p:cond delay="indefinite"/>
                      </p:stCondLst>
                      <p:childTnLst>
                        <p:par>
                          <p:cTn id="110" fill="hold">
                            <p:stCondLst>
                              <p:cond delay="0"/>
                            </p:stCondLst>
                            <p:childTnLst>
                              <p:par>
                                <p:cTn id="1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5" fill="hold">
                      <p:stCondLst>
                        <p:cond delay="indefinite"/>
                      </p:stCondLst>
                      <p:childTnLst>
                        <p:par>
                          <p:cTn id="116" fill="hold">
                            <p:stCondLst>
                              <p:cond delay="0"/>
                            </p:stCondLst>
                            <p:childTnLst>
                              <p:par>
                                <p:cTn id="117" presetID="15" presetClass="emph" presetSubtype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118" dur="indefinite"/>
                                        <p:tgtEl>
                                          <p:spTgt spid="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9" fill="hold">
                      <p:stCondLst>
                        <p:cond delay="indefinite"/>
                      </p:stCondLst>
                      <p:childTnLst>
                        <p:par>
                          <p:cTn id="120" fill="hold">
                            <p:stCondLst>
                              <p:cond delay="0"/>
                            </p:stCondLst>
                            <p:childTnLst>
                              <p:par>
                                <p:cTn id="1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 animBg="1"/>
      <p:bldP spid="7" grpId="0" animBg="1"/>
      <p:bldP spid="9" grpId="0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Exercício Exemplo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96884" y="1485900"/>
            <a:ext cx="8647115" cy="1384968"/>
          </a:xfrm>
        </p:spPr>
        <p:txBody>
          <a:bodyPr>
            <a:normAutofit/>
          </a:bodyPr>
          <a:lstStyle/>
          <a:p>
            <a:r>
              <a:rPr lang="pt-BR" sz="2000" dirty="0"/>
              <a:t>Converta a seguinte expressão booleana para operações de pilha e implemente na máquina de pilha na linguagem VM do Z0:</a:t>
            </a:r>
          </a:p>
          <a:p>
            <a:endParaRPr lang="pt-BR" sz="800" dirty="0"/>
          </a:p>
          <a:p>
            <a:r>
              <a:rPr lang="is-IS" sz="2000" b="1" dirty="0"/>
              <a:t>  (10 &gt; 2) OR (5 == 6)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7FFE5E5C-C80A-4D8D-A711-3102A7BA9258}" type="slidenum">
              <a:rPr lang="pt-BR" smtClean="0"/>
              <a:pPr/>
              <a:t>21</a:t>
            </a:fld>
            <a:endParaRPr lang="pt-BR" dirty="0"/>
          </a:p>
        </p:txBody>
      </p:sp>
      <p:sp>
        <p:nvSpPr>
          <p:cNvPr id="6" name="Rectangle 5"/>
          <p:cNvSpPr/>
          <p:nvPr/>
        </p:nvSpPr>
        <p:spPr>
          <a:xfrm>
            <a:off x="1411223" y="3627087"/>
            <a:ext cx="2936662" cy="2462212"/>
          </a:xfrm>
          <a:prstGeom prst="rect">
            <a:avLst/>
          </a:prstGeom>
          <a:ln>
            <a:solidFill>
              <a:schemeClr val="tx1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pt-BR" sz="2200" noProof="1">
                <a:latin typeface="Courier"/>
                <a:cs typeface="Courier"/>
              </a:rPr>
              <a:t>push constant 10</a:t>
            </a:r>
          </a:p>
          <a:p>
            <a:r>
              <a:rPr lang="pt-BR" sz="2200" noProof="1">
                <a:latin typeface="Courier"/>
                <a:cs typeface="Courier"/>
              </a:rPr>
              <a:t>push constant 2</a:t>
            </a:r>
          </a:p>
          <a:p>
            <a:r>
              <a:rPr lang="pt-BR" sz="2200" noProof="1">
                <a:latin typeface="Courier"/>
                <a:cs typeface="Courier"/>
              </a:rPr>
              <a:t>gt</a:t>
            </a:r>
          </a:p>
          <a:p>
            <a:r>
              <a:rPr lang="pt-BR" sz="2200" noProof="1">
                <a:latin typeface="Courier"/>
                <a:cs typeface="Courier"/>
              </a:rPr>
              <a:t>push constant 5</a:t>
            </a:r>
          </a:p>
          <a:p>
            <a:r>
              <a:rPr lang="pt-BR" sz="2200" noProof="1">
                <a:latin typeface="Courier"/>
                <a:cs typeface="Courier"/>
              </a:rPr>
              <a:t>push constant 6</a:t>
            </a:r>
          </a:p>
          <a:p>
            <a:r>
              <a:rPr lang="pt-BR" sz="2200" noProof="1">
                <a:latin typeface="Courier"/>
                <a:cs typeface="Courier"/>
              </a:rPr>
              <a:t>eq</a:t>
            </a:r>
          </a:p>
          <a:p>
            <a:r>
              <a:rPr lang="pt-BR" sz="2200" noProof="1">
                <a:latin typeface="Courier"/>
                <a:cs typeface="Courier"/>
              </a:rPr>
              <a:t>or</a:t>
            </a:r>
          </a:p>
        </p:txBody>
      </p:sp>
      <p:sp>
        <p:nvSpPr>
          <p:cNvPr id="7" name="Rectangle 6"/>
          <p:cNvSpPr/>
          <p:nvPr/>
        </p:nvSpPr>
        <p:spPr>
          <a:xfrm>
            <a:off x="725688" y="3010330"/>
            <a:ext cx="3318537" cy="461665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none">
            <a:spAutoFit/>
          </a:bodyPr>
          <a:lstStyle/>
          <a:p>
            <a:r>
              <a:rPr lang="pt-BR" sz="2400" b="1" noProof="1">
                <a:latin typeface="Courier"/>
                <a:cs typeface="Courier"/>
              </a:rPr>
              <a:t>10 2 gt 5 6 eq or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563947" y="3090415"/>
          <a:ext cx="1306837" cy="2966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0683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pt-BR" dirty="0"/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pt-BR"/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lang="pt-BR" dirty="0"/>
                    </a:p>
                  </a:txBody>
                  <a:tcPr>
                    <a:lnL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rgbClr r="0" g="0" b="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6816404" y="2567132"/>
            <a:ext cx="796763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pt-BR" sz="2400" dirty="0"/>
              <a:t>pilha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04119" y="5732247"/>
            <a:ext cx="1034994" cy="2988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tIns="10800" bIns="10800">
            <a:spAutoFit/>
          </a:bodyPr>
          <a:lstStyle/>
          <a:p>
            <a:pPr algn="ctr"/>
            <a:r>
              <a:rPr lang="pt-BR" b="1" dirty="0"/>
              <a:t>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24741" y="5359486"/>
            <a:ext cx="1034994" cy="2988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tIns="10800" bIns="10800">
            <a:spAutoFit/>
          </a:bodyPr>
          <a:lstStyle/>
          <a:p>
            <a:pPr algn="ctr"/>
            <a:r>
              <a:rPr lang="pt-BR" b="1" dirty="0"/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97783" y="5725887"/>
            <a:ext cx="1034994" cy="2988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tIns="10800" bIns="10800">
            <a:spAutoFit/>
          </a:bodyPr>
          <a:lstStyle/>
          <a:p>
            <a:pPr algn="ctr"/>
            <a:r>
              <a:rPr lang="pt-BR" b="1" dirty="0"/>
              <a:t>-1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18405" y="5353126"/>
            <a:ext cx="1034994" cy="2988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tIns="10800" bIns="10800">
            <a:spAutoFit/>
          </a:bodyPr>
          <a:lstStyle/>
          <a:p>
            <a:pPr algn="ctr"/>
            <a:endParaRPr lang="pt-BR" b="1" dirty="0"/>
          </a:p>
        </p:txBody>
      </p:sp>
      <p:sp>
        <p:nvSpPr>
          <p:cNvPr id="17" name="Rectangle 16"/>
          <p:cNvSpPr/>
          <p:nvPr/>
        </p:nvSpPr>
        <p:spPr>
          <a:xfrm>
            <a:off x="6712069" y="4989556"/>
            <a:ext cx="1034994" cy="2988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tIns="10800" bIns="10800">
            <a:spAutoFit/>
          </a:bodyPr>
          <a:lstStyle/>
          <a:p>
            <a:pPr algn="ctr"/>
            <a:r>
              <a:rPr lang="pt-BR" b="1" dirty="0"/>
              <a:t>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705733" y="4983196"/>
            <a:ext cx="1034994" cy="2988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tIns="10800" bIns="10800">
            <a:spAutoFit/>
          </a:bodyPr>
          <a:lstStyle/>
          <a:p>
            <a:pPr algn="ctr"/>
            <a:endParaRPr lang="pt-BR" b="1" dirty="0"/>
          </a:p>
        </p:txBody>
      </p:sp>
      <p:sp>
        <p:nvSpPr>
          <p:cNvPr id="20" name="Rectangle 19"/>
          <p:cNvSpPr/>
          <p:nvPr/>
        </p:nvSpPr>
        <p:spPr>
          <a:xfrm>
            <a:off x="6723681" y="5354516"/>
            <a:ext cx="1034994" cy="2988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tIns="10800" bIns="10800">
            <a:spAutoFit/>
          </a:bodyPr>
          <a:lstStyle/>
          <a:p>
            <a:pPr algn="ctr"/>
            <a:r>
              <a:rPr lang="pt-BR" b="1" dirty="0"/>
              <a:t>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17903" y="5362317"/>
            <a:ext cx="1034994" cy="2988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tIns="10800" bIns="10800">
            <a:spAutoFit/>
          </a:bodyPr>
          <a:lstStyle/>
          <a:p>
            <a:pPr algn="ctr"/>
            <a:r>
              <a:rPr lang="pt-BR" b="1" dirty="0"/>
              <a:t>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724239" y="5352454"/>
            <a:ext cx="1034994" cy="29881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tIns="10800" bIns="10800">
            <a:spAutoFit/>
          </a:bodyPr>
          <a:lstStyle/>
          <a:p>
            <a:pPr algn="ctr"/>
            <a:endParaRPr lang="pt-BR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354B82-2076-6F2F-0494-7FAADFB5ECCA}"/>
              </a:ext>
            </a:extLst>
          </p:cNvPr>
          <p:cNvSpPr txBox="1"/>
          <p:nvPr/>
        </p:nvSpPr>
        <p:spPr>
          <a:xfrm>
            <a:off x="1985509" y="6212227"/>
            <a:ext cx="4578438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BR" dirty="0">
                <a:latin typeface="+mn-lt"/>
              </a:rPr>
              <a:t>false = 0 // todos os bits iguais a 0</a:t>
            </a:r>
          </a:p>
          <a:p>
            <a:pPr rtl="0">
              <a:buNone/>
            </a:pPr>
            <a:r>
              <a:rPr lang="en-BR" dirty="0">
                <a:latin typeface="+mn-lt"/>
              </a:rPr>
              <a:t>true  = -1  // todos os bits iguais a 1</a:t>
            </a:r>
            <a:endParaRPr lang="en-BR" dirty="0">
              <a:latin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77353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4" presetID="1" presetClass="entr" presetSubtype="0" fill="hold" grpId="1" nodeType="withEffect">
                                  <p:stCondLst>
                                    <p:cond delay="0"/>
                                  </p:stCondLst>
                                  <p:iterate type="lt"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6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5" presetClass="emph" presetSubtype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36" dur="indefinite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5" presetClass="emph" presetSubtype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44" dur="indefinite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9" fill="hold">
                      <p:stCondLst>
                        <p:cond delay="indefinite"/>
                      </p:stCondLst>
                      <p:childTnLst>
                        <p:par>
                          <p:cTn id="50" fill="hold">
                            <p:stCondLst>
                              <p:cond delay="0"/>
                            </p:stCondLst>
                            <p:childTnLst>
                              <p:par>
                                <p:cTn id="51" presetID="15" presetClass="emph" presetSubtype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52" dur="indefinite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9" fill="hold">
                      <p:stCondLst>
                        <p:cond delay="indefinite"/>
                      </p:stCondLst>
                      <p:childTnLst>
                        <p:par>
                          <p:cTn id="60" fill="hold">
                            <p:stCondLst>
                              <p:cond delay="0"/>
                            </p:stCondLst>
                            <p:childTnLst>
                              <p:par>
                                <p:cTn id="61" presetID="15" presetClass="emph" presetSubtype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62" dur="indefinite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7" fill="hold">
                      <p:stCondLst>
                        <p:cond delay="indefinite"/>
                      </p:stCondLst>
                      <p:childTnLst>
                        <p:par>
                          <p:cTn id="68" fill="hold">
                            <p:stCondLst>
                              <p:cond delay="0"/>
                            </p:stCondLst>
                            <p:childTnLst>
                              <p:par>
                                <p:cTn id="69" presetID="15" presetClass="emph" presetSubtype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70" dur="indefinite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5" fill="hold">
                      <p:stCondLst>
                        <p:cond delay="indefinite"/>
                      </p:stCondLst>
                      <p:childTnLst>
                        <p:par>
                          <p:cTn id="76" fill="hold">
                            <p:stCondLst>
                              <p:cond delay="0"/>
                            </p:stCondLst>
                            <p:childTnLst>
                              <p:par>
                                <p:cTn id="77" presetID="15" presetClass="emph" presetSubtype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78" dur="indefinite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9" fill="hold">
                      <p:stCondLst>
                        <p:cond delay="indefinite"/>
                      </p:stCondLst>
                      <p:childTnLst>
                        <p:par>
                          <p:cTn id="80" fill="hold">
                            <p:stCondLst>
                              <p:cond delay="0"/>
                            </p:stCondLst>
                            <p:childTnLst>
                              <p:par>
                                <p:cTn id="8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5" fill="hold">
                      <p:stCondLst>
                        <p:cond delay="indefinite"/>
                      </p:stCondLst>
                      <p:childTnLst>
                        <p:par>
                          <p:cTn id="86" fill="hold">
                            <p:stCondLst>
                              <p:cond delay="0"/>
                            </p:stCondLst>
                            <p:childTnLst>
                              <p:par>
                                <p:cTn id="87" presetID="15" presetClass="emph" presetSubtype="0" nodeType="clickEffect">
                                  <p:stCondLst>
                                    <p:cond delay="0"/>
                                  </p:stCondLst>
                                  <p:iterate type="lt">
                                    <p:tmAbs val="25"/>
                                  </p:iterate>
                                  <p:childTnLst>
                                    <p:set>
                                      <p:cBhvr override="childStyle">
                                        <p:cTn id="88" dur="indefinite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style.fontWeight</p:attrName>
                                        </p:attrNameLst>
                                      </p:cBhvr>
                                      <p:to>
                                        <p:strVal val="bold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1" fill="hold">
                      <p:stCondLst>
                        <p:cond delay="indefinite"/>
                      </p:stCondLst>
                      <p:childTnLst>
                        <p:par>
                          <p:cTn id="92" fill="hold">
                            <p:stCondLst>
                              <p:cond delay="0"/>
                            </p:stCondLst>
                            <p:childTnLst>
                              <p:par>
                                <p:cTn id="93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95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6" grpId="1" build="allAtOnce" animBg="1"/>
      <p:bldP spid="7" grpId="0" animBg="1"/>
      <p:bldP spid="9" grpId="0"/>
      <p:bldP spid="10" grpId="0" animBg="1"/>
      <p:bldP spid="11" grpId="0" animBg="1"/>
      <p:bldP spid="12" grpId="0" animBg="1"/>
      <p:bldP spid="13" grpId="0" animBg="1"/>
      <p:bldP spid="17" grpId="0" animBg="1"/>
      <p:bldP spid="18" grpId="0" animBg="1"/>
      <p:bldP spid="20" grpId="0" animBg="1"/>
      <p:bldP spid="16" grpId="0" animBg="1"/>
      <p:bldP spid="19" grpId="0" animBg="1"/>
      <p:bldP spid="15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A0E2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/>
          <p:cNvSpPr>
            <a:spLocks/>
          </p:cNvSpPr>
          <p:nvPr/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/>
          <p:cNvSpPr/>
          <p:nvPr/>
        </p:nvSpPr>
        <p:spPr>
          <a:xfrm>
            <a:off x="3039534" y="3636044"/>
            <a:ext cx="3061054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lvl="0" algn="ctr">
              <a:spcBef>
                <a:spcPct val="0"/>
              </a:spcBef>
              <a:defRPr/>
            </a:pPr>
            <a:r>
              <a:rPr lang="en-US" sz="2400" dirty="0">
                <a:solidFill>
                  <a:schemeClr val="bg1"/>
                </a:solidFill>
                <a:latin typeface="Verdana"/>
                <a:cs typeface="Verdana"/>
              </a:rPr>
              <a:t>www.insper.edu.br</a:t>
            </a:r>
            <a:endParaRPr lang="en-US" dirty="0">
              <a:solidFill>
                <a:schemeClr val="bg1"/>
              </a:solidFill>
              <a:latin typeface="Verdana"/>
              <a:cs typeface="Verdana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703298" y="2844822"/>
            <a:ext cx="1732955" cy="61253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00">
        <p14:prism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Personalizar design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Personalizar design">
  <a:themeElements>
    <a:clrScheme name="Breeze">
      <a:dk1>
        <a:sysClr val="windowText" lastClr="000000"/>
      </a:dk1>
      <a:lt1>
        <a:sysClr val="window" lastClr="FFFFFF"/>
      </a:lt1>
      <a:dk2>
        <a:srgbClr val="09213B"/>
      </a:dk2>
      <a:lt2>
        <a:srgbClr val="D5EDF4"/>
      </a:lt2>
      <a:accent1>
        <a:srgbClr val="2C7C9F"/>
      </a:accent1>
      <a:accent2>
        <a:srgbClr val="244A58"/>
      </a:accent2>
      <a:accent3>
        <a:srgbClr val="E2751D"/>
      </a:accent3>
      <a:accent4>
        <a:srgbClr val="FFB400"/>
      </a:accent4>
      <a:accent5>
        <a:srgbClr val="7EB606"/>
      </a:accent5>
      <a:accent6>
        <a:srgbClr val="C00000"/>
      </a:accent6>
      <a:hlink>
        <a:srgbClr val="7030A0"/>
      </a:hlink>
      <a:folHlink>
        <a:srgbClr val="00B0F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21693</TotalTime>
  <Words>1764</Words>
  <Application>Microsoft Macintosh PowerPoint</Application>
  <PresentationFormat>On-screen Show (4:3)</PresentationFormat>
  <Paragraphs>340</Paragraphs>
  <Slides>22</Slides>
  <Notes>18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2" baseType="lpstr">
      <vt:lpstr>Arial</vt:lpstr>
      <vt:lpstr>Calibri</vt:lpstr>
      <vt:lpstr>Courier</vt:lpstr>
      <vt:lpstr>Courier New</vt:lpstr>
      <vt:lpstr>Times New Roman</vt:lpstr>
      <vt:lpstr>Verdana</vt:lpstr>
      <vt:lpstr>Wingdings</vt:lpstr>
      <vt:lpstr>Personalizar design</vt:lpstr>
      <vt:lpstr>1_Personalizar design</vt:lpstr>
      <vt:lpstr>Visio</vt:lpstr>
      <vt:lpstr>PowerPoint Presentation</vt:lpstr>
      <vt:lpstr>Objetivos de Aprendizado da Aula</vt:lpstr>
      <vt:lpstr>Níveis de Abstração</vt:lpstr>
      <vt:lpstr>P-Code</vt:lpstr>
      <vt:lpstr>Java</vt:lpstr>
      <vt:lpstr>.NET</vt:lpstr>
      <vt:lpstr>Geração de Código (no nosso caso)</vt:lpstr>
      <vt:lpstr>Virtual Machine</vt:lpstr>
      <vt:lpstr>Compiladores</vt:lpstr>
      <vt:lpstr>Modelos de Compilação</vt:lpstr>
      <vt:lpstr>Compartilhando plataforma de execução</vt:lpstr>
      <vt:lpstr>Operações da Linguagem</vt:lpstr>
      <vt:lpstr>Operações de Pilha</vt:lpstr>
      <vt:lpstr>Comandos</vt:lpstr>
      <vt:lpstr>RPN (Reverse Polish Notation)</vt:lpstr>
      <vt:lpstr>Calculadoras HP</vt:lpstr>
      <vt:lpstr>Exemplo de Acesso a Memória</vt:lpstr>
      <vt:lpstr>Calculando Expressões Aritméticas</vt:lpstr>
      <vt:lpstr>Processando Expressões Booleanas</vt:lpstr>
      <vt:lpstr>Exercício Exemplo</vt:lpstr>
      <vt:lpstr>Exercício Exemplo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Aula 2 - Python</dc:title>
  <dc:subject/>
  <dc:creator>Luciano Pereira Soares</dc:creator>
  <cp:keywords/>
  <dc:description/>
  <cp:lastModifiedBy>Luciano Pereira Soares</cp:lastModifiedBy>
  <cp:revision>678</cp:revision>
  <cp:lastPrinted>2015-05-25T01:17:28Z</cp:lastPrinted>
  <dcterms:created xsi:type="dcterms:W3CDTF">2014-04-17T20:05:08Z</dcterms:created>
  <dcterms:modified xsi:type="dcterms:W3CDTF">2026-10-26T02:28:56Z</dcterms:modified>
  <cp:category/>
</cp:coreProperties>
</file>